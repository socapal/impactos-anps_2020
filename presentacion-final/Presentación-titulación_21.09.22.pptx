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82" r:id="rId3"/>
    <p:sldId id="291" r:id="rId4"/>
    <p:sldId id="297" r:id="rId5"/>
    <p:sldId id="289" r:id="rId6"/>
    <p:sldId id="283" r:id="rId7"/>
    <p:sldId id="303" r:id="rId8"/>
    <p:sldId id="294" r:id="rId9"/>
    <p:sldId id="299" r:id="rId10"/>
    <p:sldId id="304" r:id="rId11"/>
    <p:sldId id="302" r:id="rId12"/>
    <p:sldId id="288" r:id="rId13"/>
    <p:sldId id="286" r:id="rId14"/>
    <p:sldId id="281" r:id="rId15"/>
    <p:sldId id="305" r:id="rId16"/>
    <p:sldId id="306" r:id="rId17"/>
    <p:sldId id="298" r:id="rId18"/>
    <p:sldId id="290" r:id="rId19"/>
    <p:sldId id="308" r:id="rId20"/>
    <p:sldId id="307" r:id="rId21"/>
    <p:sldId id="277" r:id="rId22"/>
    <p:sldId id="278" r:id="rId23"/>
    <p:sldId id="274" r:id="rId24"/>
    <p:sldId id="268" r:id="rId25"/>
    <p:sldId id="275" r:id="rId26"/>
    <p:sldId id="276" r:id="rId27"/>
    <p:sldId id="280" r:id="rId28"/>
    <p:sldId id="279" r:id="rId29"/>
    <p:sldId id="273" r:id="rId30"/>
    <p:sldId id="260" r:id="rId31"/>
    <p:sldId id="295" r:id="rId3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ción principal" id="{436739F9-8D5F-41B5-8ACF-2B8FFF01C7C4}">
          <p14:sldIdLst>
            <p14:sldId id="256"/>
            <p14:sldId id="282"/>
            <p14:sldId id="291"/>
            <p14:sldId id="297"/>
            <p14:sldId id="289"/>
            <p14:sldId id="283"/>
            <p14:sldId id="303"/>
            <p14:sldId id="294"/>
            <p14:sldId id="299"/>
            <p14:sldId id="304"/>
            <p14:sldId id="302"/>
            <p14:sldId id="288"/>
            <p14:sldId id="286"/>
            <p14:sldId id="281"/>
            <p14:sldId id="305"/>
            <p14:sldId id="306"/>
            <p14:sldId id="298"/>
            <p14:sldId id="290"/>
            <p14:sldId id="308"/>
            <p14:sldId id="307"/>
          </p14:sldIdLst>
        </p14:section>
        <p14:section name="Anexos" id="{A57DA364-D772-432D-9F66-96BA2BC5AF79}">
          <p14:sldIdLst>
            <p14:sldId id="277"/>
            <p14:sldId id="278"/>
            <p14:sldId id="274"/>
            <p14:sldId id="268"/>
            <p14:sldId id="275"/>
            <p14:sldId id="276"/>
            <p14:sldId id="280"/>
            <p14:sldId id="279"/>
          </p14:sldIdLst>
        </p14:section>
        <p14:section name="Archivo" id="{555F436C-C0AF-4238-AED1-1C47463F8AC3}">
          <p14:sldIdLst>
            <p14:sldId id="273"/>
            <p14:sldId id="260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5A4C"/>
    <a:srgbClr val="BFDCAE"/>
    <a:srgbClr val="FFF8C1"/>
    <a:srgbClr val="206A5D"/>
    <a:srgbClr val="C05555"/>
    <a:srgbClr val="59886B"/>
    <a:srgbClr val="FFC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EAE12A-5B73-4265-86D9-CE564404A644}" v="217" dt="2022-09-21T06:02:35.1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Ocampo Palacios" userId="2317f3a24a4e3b51" providerId="LiveId" clId="{AFEAE12A-5B73-4265-86D9-CE564404A644}"/>
    <pc:docChg chg="undo redo custSel addSld delSld modSld sldOrd addSection modSection">
      <pc:chgData name="Sebastian Ocampo Palacios" userId="2317f3a24a4e3b51" providerId="LiveId" clId="{AFEAE12A-5B73-4265-86D9-CE564404A644}" dt="2022-09-21T06:03:15.864" v="17991" actId="17846"/>
      <pc:docMkLst>
        <pc:docMk/>
      </pc:docMkLst>
      <pc:sldChg chg="addSp delSp modSp mod">
        <pc:chgData name="Sebastian Ocampo Palacios" userId="2317f3a24a4e3b51" providerId="LiveId" clId="{AFEAE12A-5B73-4265-86D9-CE564404A644}" dt="2022-09-21T04:05:17.019" v="14794"/>
        <pc:sldMkLst>
          <pc:docMk/>
          <pc:sldMk cId="705513143" sldId="268"/>
        </pc:sldMkLst>
        <pc:spChg chg="add del">
          <ac:chgData name="Sebastian Ocampo Palacios" userId="2317f3a24a4e3b51" providerId="LiveId" clId="{AFEAE12A-5B73-4265-86D9-CE564404A644}" dt="2022-09-21T04:04:55.071" v="14792" actId="22"/>
          <ac:spMkLst>
            <pc:docMk/>
            <pc:sldMk cId="705513143" sldId="268"/>
            <ac:spMk id="3" creationId="{ECF12FE1-8361-E861-667E-DC6FB64A55AC}"/>
          </ac:spMkLst>
        </pc:spChg>
        <pc:spChg chg="mod">
          <ac:chgData name="Sebastian Ocampo Palacios" userId="2317f3a24a4e3b51" providerId="LiveId" clId="{AFEAE12A-5B73-4265-86D9-CE564404A644}" dt="2022-09-21T04:02:10.282" v="14718" actId="113"/>
          <ac:spMkLst>
            <pc:docMk/>
            <pc:sldMk cId="705513143" sldId="268"/>
            <ac:spMk id="5" creationId="{75269288-4549-4A52-BDBC-1A2518D8F671}"/>
          </ac:spMkLst>
        </pc:spChg>
        <pc:spChg chg="mod">
          <ac:chgData name="Sebastian Ocampo Palacios" userId="2317f3a24a4e3b51" providerId="LiveId" clId="{AFEAE12A-5B73-4265-86D9-CE564404A644}" dt="2022-09-21T04:01:32.907" v="14713" actId="207"/>
          <ac:spMkLst>
            <pc:docMk/>
            <pc:sldMk cId="705513143" sldId="268"/>
            <ac:spMk id="6" creationId="{A3F44045-F3B4-457E-82FC-D65E647876FE}"/>
          </ac:spMkLst>
        </pc:spChg>
        <pc:spChg chg="add mod">
          <ac:chgData name="Sebastian Ocampo Palacios" userId="2317f3a24a4e3b51" providerId="LiveId" clId="{AFEAE12A-5B73-4265-86D9-CE564404A644}" dt="2022-09-21T04:05:17.019" v="14794"/>
          <ac:spMkLst>
            <pc:docMk/>
            <pc:sldMk cId="705513143" sldId="268"/>
            <ac:spMk id="7" creationId="{472CDFDC-A157-9A01-622C-74D6ABE5B7FC}"/>
          </ac:spMkLst>
        </pc:spChg>
      </pc:sldChg>
      <pc:sldChg chg="del">
        <pc:chgData name="Sebastian Ocampo Palacios" userId="2317f3a24a4e3b51" providerId="LiveId" clId="{AFEAE12A-5B73-4265-86D9-CE564404A644}" dt="2022-09-21T04:01:13.804" v="14710" actId="2696"/>
        <pc:sldMkLst>
          <pc:docMk/>
          <pc:sldMk cId="1101711219" sldId="269"/>
        </pc:sldMkLst>
      </pc:sldChg>
      <pc:sldChg chg="del ord">
        <pc:chgData name="Sebastian Ocampo Palacios" userId="2317f3a24a4e3b51" providerId="LiveId" clId="{AFEAE12A-5B73-4265-86D9-CE564404A644}" dt="2022-09-21T01:28:02.001" v="10330" actId="2696"/>
        <pc:sldMkLst>
          <pc:docMk/>
          <pc:sldMk cId="3977137410" sldId="270"/>
        </pc:sldMkLst>
      </pc:sldChg>
      <pc:sldChg chg="ord">
        <pc:chgData name="Sebastian Ocampo Palacios" userId="2317f3a24a4e3b51" providerId="LiveId" clId="{AFEAE12A-5B73-4265-86D9-CE564404A644}" dt="2022-09-21T04:06:07.087" v="14803"/>
        <pc:sldMkLst>
          <pc:docMk/>
          <pc:sldMk cId="1870654712" sldId="273"/>
        </pc:sldMkLst>
      </pc:sldChg>
      <pc:sldChg chg="addSp delSp modSp mod ord">
        <pc:chgData name="Sebastian Ocampo Palacios" userId="2317f3a24a4e3b51" providerId="LiveId" clId="{AFEAE12A-5B73-4265-86D9-CE564404A644}" dt="2022-09-21T05:14:05.207" v="15922"/>
        <pc:sldMkLst>
          <pc:docMk/>
          <pc:sldMk cId="730055553" sldId="274"/>
        </pc:sldMkLst>
        <pc:spChg chg="mod">
          <ac:chgData name="Sebastian Ocampo Palacios" userId="2317f3a24a4e3b51" providerId="LiveId" clId="{AFEAE12A-5B73-4265-86D9-CE564404A644}" dt="2022-09-21T05:07:46.318" v="15894" actId="207"/>
          <ac:spMkLst>
            <pc:docMk/>
            <pc:sldMk cId="730055553" sldId="274"/>
            <ac:spMk id="2" creationId="{E62EAC92-E6DA-4BB4-9045-B997A4329BFB}"/>
          </ac:spMkLst>
        </pc:spChg>
        <pc:spChg chg="mod">
          <ac:chgData name="Sebastian Ocampo Palacios" userId="2317f3a24a4e3b51" providerId="LiveId" clId="{AFEAE12A-5B73-4265-86D9-CE564404A644}" dt="2022-09-21T05:11:46.329" v="15900" actId="1076"/>
          <ac:spMkLst>
            <pc:docMk/>
            <pc:sldMk cId="730055553" sldId="274"/>
            <ac:spMk id="3" creationId="{C928299A-BD45-4E44-B0DC-8AFC50C43601}"/>
          </ac:spMkLst>
        </pc:spChg>
        <pc:spChg chg="add mod">
          <ac:chgData name="Sebastian Ocampo Palacios" userId="2317f3a24a4e3b51" providerId="LiveId" clId="{AFEAE12A-5B73-4265-86D9-CE564404A644}" dt="2022-09-21T05:14:05.207" v="15922"/>
          <ac:spMkLst>
            <pc:docMk/>
            <pc:sldMk cId="730055553" sldId="274"/>
            <ac:spMk id="7" creationId="{5AFD8BC2-540A-472B-913F-079DB748C755}"/>
          </ac:spMkLst>
        </pc:spChg>
        <pc:graphicFrameChg chg="add del mod">
          <ac:chgData name="Sebastian Ocampo Palacios" userId="2317f3a24a4e3b51" providerId="LiveId" clId="{AFEAE12A-5B73-4265-86D9-CE564404A644}" dt="2022-09-21T05:11:49.579" v="15902"/>
          <ac:graphicFrameMkLst>
            <pc:docMk/>
            <pc:sldMk cId="730055553" sldId="274"/>
            <ac:graphicFrameMk id="5" creationId="{1862D3F6-57D5-CB8C-2030-070840903882}"/>
          </ac:graphicFrameMkLst>
        </pc:graphicFrameChg>
        <pc:graphicFrameChg chg="add mod">
          <ac:chgData name="Sebastian Ocampo Palacios" userId="2317f3a24a4e3b51" providerId="LiveId" clId="{AFEAE12A-5B73-4265-86D9-CE564404A644}" dt="2022-09-21T05:12:00.257" v="15905" actId="14100"/>
          <ac:graphicFrameMkLst>
            <pc:docMk/>
            <pc:sldMk cId="730055553" sldId="274"/>
            <ac:graphicFrameMk id="6" creationId="{F43E6B79-A539-14E6-9757-F981525FB945}"/>
          </ac:graphicFrameMkLst>
        </pc:graphicFrameChg>
        <pc:picChg chg="add del">
          <ac:chgData name="Sebastian Ocampo Palacios" userId="2317f3a24a4e3b51" providerId="LiveId" clId="{AFEAE12A-5B73-4265-86D9-CE564404A644}" dt="2022-09-21T05:11:38.883" v="15898"/>
          <ac:picMkLst>
            <pc:docMk/>
            <pc:sldMk cId="730055553" sldId="274"/>
            <ac:picMk id="4" creationId="{59047A84-0662-7E96-1D2D-99856996E60B}"/>
          </ac:picMkLst>
        </pc:picChg>
      </pc:sldChg>
      <pc:sldChg chg="addSp delSp modSp mod">
        <pc:chgData name="Sebastian Ocampo Palacios" userId="2317f3a24a4e3b51" providerId="LiveId" clId="{AFEAE12A-5B73-4265-86D9-CE564404A644}" dt="2022-09-21T03:07:34.811" v="12949"/>
        <pc:sldMkLst>
          <pc:docMk/>
          <pc:sldMk cId="3310887780" sldId="275"/>
        </pc:sldMkLst>
        <pc:spChg chg="add mod">
          <ac:chgData name="Sebastian Ocampo Palacios" userId="2317f3a24a4e3b51" providerId="LiveId" clId="{AFEAE12A-5B73-4265-86D9-CE564404A644}" dt="2022-09-21T03:07:34.811" v="12949"/>
          <ac:spMkLst>
            <pc:docMk/>
            <pc:sldMk cId="3310887780" sldId="275"/>
            <ac:spMk id="4" creationId="{F45686F3-7948-2656-03BE-4C7C5CEA6B94}"/>
          </ac:spMkLst>
        </pc:spChg>
        <pc:spChg chg="mod">
          <ac:chgData name="Sebastian Ocampo Palacios" userId="2317f3a24a4e3b51" providerId="LiveId" clId="{AFEAE12A-5B73-4265-86D9-CE564404A644}" dt="2022-09-21T03:06:56.948" v="12947" actId="790"/>
          <ac:spMkLst>
            <pc:docMk/>
            <pc:sldMk cId="3310887780" sldId="275"/>
            <ac:spMk id="7" creationId="{86EB1E11-88EE-4601-85C8-EB0FE0E8E5BC}"/>
          </ac:spMkLst>
        </pc:spChg>
        <pc:graphicFrameChg chg="add del mod">
          <ac:chgData name="Sebastian Ocampo Palacios" userId="2317f3a24a4e3b51" providerId="LiveId" clId="{AFEAE12A-5B73-4265-86D9-CE564404A644}" dt="2022-09-21T03:06:04.981" v="12893"/>
          <ac:graphicFrameMkLst>
            <pc:docMk/>
            <pc:sldMk cId="3310887780" sldId="275"/>
            <ac:graphicFrameMk id="2" creationId="{B9BEA46A-8110-B0A7-E49D-598A6A6DBC92}"/>
          </ac:graphicFrameMkLst>
        </pc:graphicFrameChg>
        <pc:graphicFrameChg chg="add mod">
          <ac:chgData name="Sebastian Ocampo Palacios" userId="2317f3a24a4e3b51" providerId="LiveId" clId="{AFEAE12A-5B73-4265-86D9-CE564404A644}" dt="2022-09-21T03:06:14.496" v="12895" actId="1076"/>
          <ac:graphicFrameMkLst>
            <pc:docMk/>
            <pc:sldMk cId="3310887780" sldId="275"/>
            <ac:graphicFrameMk id="3" creationId="{AC04F314-5AEA-535A-EA28-F7CEE4799451}"/>
          </ac:graphicFrameMkLst>
        </pc:graphicFrameChg>
        <pc:picChg chg="del">
          <ac:chgData name="Sebastian Ocampo Palacios" userId="2317f3a24a4e3b51" providerId="LiveId" clId="{AFEAE12A-5B73-4265-86D9-CE564404A644}" dt="2022-09-21T03:06:02.974" v="12891" actId="478"/>
          <ac:picMkLst>
            <pc:docMk/>
            <pc:sldMk cId="3310887780" sldId="275"/>
            <ac:picMk id="5" creationId="{575C675F-A308-3AA3-BFF2-24C3C24D434B}"/>
          </ac:picMkLst>
        </pc:picChg>
      </pc:sldChg>
      <pc:sldChg chg="modSp mod">
        <pc:chgData name="Sebastian Ocampo Palacios" userId="2317f3a24a4e3b51" providerId="LiveId" clId="{AFEAE12A-5B73-4265-86D9-CE564404A644}" dt="2022-09-21T03:56:02.067" v="14639" actId="1076"/>
        <pc:sldMkLst>
          <pc:docMk/>
          <pc:sldMk cId="1884716692" sldId="276"/>
        </pc:sldMkLst>
        <pc:spChg chg="mod">
          <ac:chgData name="Sebastian Ocampo Palacios" userId="2317f3a24a4e3b51" providerId="LiveId" clId="{AFEAE12A-5B73-4265-86D9-CE564404A644}" dt="2022-09-21T03:56:00.387" v="14638" actId="20577"/>
          <ac:spMkLst>
            <pc:docMk/>
            <pc:sldMk cId="1884716692" sldId="276"/>
            <ac:spMk id="4" creationId="{3B5CC688-65DC-47B6-B9CE-504F65715495}"/>
          </ac:spMkLst>
        </pc:spChg>
        <pc:spChg chg="mod">
          <ac:chgData name="Sebastian Ocampo Palacios" userId="2317f3a24a4e3b51" providerId="LiveId" clId="{AFEAE12A-5B73-4265-86D9-CE564404A644}" dt="2022-09-21T03:56:02.067" v="14639" actId="1076"/>
          <ac:spMkLst>
            <pc:docMk/>
            <pc:sldMk cId="1884716692" sldId="276"/>
            <ac:spMk id="5" creationId="{82589F44-AA00-7CA6-24FB-848610CF53E5}"/>
          </ac:spMkLst>
        </pc:spChg>
      </pc:sldChg>
      <pc:sldChg chg="addSp delSp modSp mod ord">
        <pc:chgData name="Sebastian Ocampo Palacios" userId="2317f3a24a4e3b51" providerId="LiveId" clId="{AFEAE12A-5B73-4265-86D9-CE564404A644}" dt="2022-09-21T06:02:38.495" v="17988" actId="1076"/>
        <pc:sldMkLst>
          <pc:docMk/>
          <pc:sldMk cId="2554696479" sldId="277"/>
        </pc:sldMkLst>
        <pc:spChg chg="mod">
          <ac:chgData name="Sebastian Ocampo Palacios" userId="2317f3a24a4e3b51" providerId="LiveId" clId="{AFEAE12A-5B73-4265-86D9-CE564404A644}" dt="2022-09-21T00:48:16.091" v="9300" actId="255"/>
          <ac:spMkLst>
            <pc:docMk/>
            <pc:sldMk cId="2554696479" sldId="277"/>
            <ac:spMk id="2" creationId="{E62EAC92-E6DA-4BB4-9045-B997A4329BFB}"/>
          </ac:spMkLst>
        </pc:spChg>
        <pc:spChg chg="add mod">
          <ac:chgData name="Sebastian Ocampo Palacios" userId="2317f3a24a4e3b51" providerId="LiveId" clId="{AFEAE12A-5B73-4265-86D9-CE564404A644}" dt="2022-09-21T00:51:56.355" v="9350"/>
          <ac:spMkLst>
            <pc:docMk/>
            <pc:sldMk cId="2554696479" sldId="277"/>
            <ac:spMk id="3" creationId="{80E04A4F-118B-945C-58FD-F448F6F46BFA}"/>
          </ac:spMkLst>
        </pc:spChg>
        <pc:graphicFrameChg chg="del mod modGraphic">
          <ac:chgData name="Sebastian Ocampo Palacios" userId="2317f3a24a4e3b51" providerId="LiveId" clId="{AFEAE12A-5B73-4265-86D9-CE564404A644}" dt="2022-09-21T06:02:17.695" v="17985" actId="478"/>
          <ac:graphicFrameMkLst>
            <pc:docMk/>
            <pc:sldMk cId="2554696479" sldId="277"/>
            <ac:graphicFrameMk id="4" creationId="{B065211A-93B1-F31A-B376-C136E8B54296}"/>
          </ac:graphicFrameMkLst>
        </pc:graphicFrameChg>
        <pc:graphicFrameChg chg="add del mod">
          <ac:chgData name="Sebastian Ocampo Palacios" userId="2317f3a24a4e3b51" providerId="LiveId" clId="{AFEAE12A-5B73-4265-86D9-CE564404A644}" dt="2022-09-21T05:06:19.231" v="15865" actId="478"/>
          <ac:graphicFrameMkLst>
            <pc:docMk/>
            <pc:sldMk cId="2554696479" sldId="277"/>
            <ac:graphicFrameMk id="6" creationId="{DD8D5A72-9D91-B8B0-17C3-6D526725D9CE}"/>
          </ac:graphicFrameMkLst>
        </pc:graphicFrameChg>
        <pc:graphicFrameChg chg="add mod">
          <ac:chgData name="Sebastian Ocampo Palacios" userId="2317f3a24a4e3b51" providerId="LiveId" clId="{AFEAE12A-5B73-4265-86D9-CE564404A644}" dt="2022-09-21T06:02:38.495" v="17988" actId="1076"/>
          <ac:graphicFrameMkLst>
            <pc:docMk/>
            <pc:sldMk cId="2554696479" sldId="277"/>
            <ac:graphicFrameMk id="7" creationId="{6094F6F2-24FF-32D8-711D-0ECB7BC791B2}"/>
          </ac:graphicFrameMkLst>
        </pc:graphicFrameChg>
        <pc:picChg chg="add del mod">
          <ac:chgData name="Sebastian Ocampo Palacios" userId="2317f3a24a4e3b51" providerId="LiveId" clId="{AFEAE12A-5B73-4265-86D9-CE564404A644}" dt="2022-09-21T06:02:15.685" v="17984" actId="478"/>
          <ac:picMkLst>
            <pc:docMk/>
            <pc:sldMk cId="2554696479" sldId="277"/>
            <ac:picMk id="5" creationId="{4DE53874-73E7-9F92-D789-3110F600B8A1}"/>
          </ac:picMkLst>
        </pc:picChg>
      </pc:sldChg>
      <pc:sldChg chg="addSp delSp modSp mod ord">
        <pc:chgData name="Sebastian Ocampo Palacios" userId="2317f3a24a4e3b51" providerId="LiveId" clId="{AFEAE12A-5B73-4265-86D9-CE564404A644}" dt="2022-09-21T00:51:33.274" v="9348"/>
        <pc:sldMkLst>
          <pc:docMk/>
          <pc:sldMk cId="126622268" sldId="278"/>
        </pc:sldMkLst>
        <pc:spChg chg="mod">
          <ac:chgData name="Sebastian Ocampo Palacios" userId="2317f3a24a4e3b51" providerId="LiveId" clId="{AFEAE12A-5B73-4265-86D9-CE564404A644}" dt="2022-09-21T00:48:06.836" v="9299" actId="255"/>
          <ac:spMkLst>
            <pc:docMk/>
            <pc:sldMk cId="126622268" sldId="278"/>
            <ac:spMk id="2" creationId="{E62EAC92-E6DA-4BB4-9045-B997A4329BFB}"/>
          </ac:spMkLst>
        </pc:spChg>
        <pc:spChg chg="add mod">
          <ac:chgData name="Sebastian Ocampo Palacios" userId="2317f3a24a4e3b51" providerId="LiveId" clId="{AFEAE12A-5B73-4265-86D9-CE564404A644}" dt="2022-09-21T00:51:33.274" v="9348"/>
          <ac:spMkLst>
            <pc:docMk/>
            <pc:sldMk cId="126622268" sldId="278"/>
            <ac:spMk id="4" creationId="{B3E824DB-BD45-9644-179E-5677CBB3C14B}"/>
          </ac:spMkLst>
        </pc:spChg>
        <pc:picChg chg="add mod">
          <ac:chgData name="Sebastian Ocampo Palacios" userId="2317f3a24a4e3b51" providerId="LiveId" clId="{AFEAE12A-5B73-4265-86D9-CE564404A644}" dt="2022-09-20T04:52:05.476" v="6284" actId="1076"/>
          <ac:picMkLst>
            <pc:docMk/>
            <pc:sldMk cId="126622268" sldId="278"/>
            <ac:picMk id="3" creationId="{7096DEF3-0557-D8D4-6F9F-13F724F1A0C2}"/>
          </ac:picMkLst>
        </pc:picChg>
        <pc:picChg chg="add del mod">
          <ac:chgData name="Sebastian Ocampo Palacios" userId="2317f3a24a4e3b51" providerId="LiveId" clId="{AFEAE12A-5B73-4265-86D9-CE564404A644}" dt="2022-09-20T04:51:28.783" v="6277" actId="478"/>
          <ac:picMkLst>
            <pc:docMk/>
            <pc:sldMk cId="126622268" sldId="278"/>
            <ac:picMk id="6" creationId="{777C3C1E-5745-6967-2B89-F21DC593BF5F}"/>
          </ac:picMkLst>
        </pc:picChg>
      </pc:sldChg>
      <pc:sldChg chg="addSp modSp mod ord">
        <pc:chgData name="Sebastian Ocampo Palacios" userId="2317f3a24a4e3b51" providerId="LiveId" clId="{AFEAE12A-5B73-4265-86D9-CE564404A644}" dt="2022-09-21T03:59:40.758" v="14709" actId="1076"/>
        <pc:sldMkLst>
          <pc:docMk/>
          <pc:sldMk cId="2958933865" sldId="279"/>
        </pc:sldMkLst>
        <pc:spChg chg="add mod">
          <ac:chgData name="Sebastian Ocampo Palacios" userId="2317f3a24a4e3b51" providerId="LiveId" clId="{AFEAE12A-5B73-4265-86D9-CE564404A644}" dt="2022-09-21T03:59:40.758" v="14709" actId="1076"/>
          <ac:spMkLst>
            <pc:docMk/>
            <pc:sldMk cId="2958933865" sldId="279"/>
            <ac:spMk id="3" creationId="{2DCB6B56-2B98-DBAD-5962-9FA8A0D3C616}"/>
          </ac:spMkLst>
        </pc:spChg>
        <pc:spChg chg="mod">
          <ac:chgData name="Sebastian Ocampo Palacios" userId="2317f3a24a4e3b51" providerId="LiveId" clId="{AFEAE12A-5B73-4265-86D9-CE564404A644}" dt="2022-09-21T03:58:54.647" v="14702" actId="207"/>
          <ac:spMkLst>
            <pc:docMk/>
            <pc:sldMk cId="2958933865" sldId="279"/>
            <ac:spMk id="4" creationId="{3B5CC688-65DC-47B6-B9CE-504F65715495}"/>
          </ac:spMkLst>
        </pc:spChg>
        <pc:picChg chg="mod">
          <ac:chgData name="Sebastian Ocampo Palacios" userId="2317f3a24a4e3b51" providerId="LiveId" clId="{AFEAE12A-5B73-4265-86D9-CE564404A644}" dt="2022-09-21T03:59:37.946" v="14708" actId="1076"/>
          <ac:picMkLst>
            <pc:docMk/>
            <pc:sldMk cId="2958933865" sldId="279"/>
            <ac:picMk id="2" creationId="{E54A9814-461D-1FCE-7428-D7D8B5CA45D6}"/>
          </ac:picMkLst>
        </pc:picChg>
      </pc:sldChg>
      <pc:sldChg chg="addSp modSp mod">
        <pc:chgData name="Sebastian Ocampo Palacios" userId="2317f3a24a4e3b51" providerId="LiveId" clId="{AFEAE12A-5B73-4265-86D9-CE564404A644}" dt="2022-09-21T03:57:16.735" v="14682" actId="14100"/>
        <pc:sldMkLst>
          <pc:docMk/>
          <pc:sldMk cId="1411127575" sldId="280"/>
        </pc:sldMkLst>
        <pc:spChg chg="add mod">
          <ac:chgData name="Sebastian Ocampo Palacios" userId="2317f3a24a4e3b51" providerId="LiveId" clId="{AFEAE12A-5B73-4265-86D9-CE564404A644}" dt="2022-09-21T03:56:56.737" v="14664" actId="14100"/>
          <ac:spMkLst>
            <pc:docMk/>
            <pc:sldMk cId="1411127575" sldId="280"/>
            <ac:spMk id="2" creationId="{D3C3179B-A130-E609-631B-A7BFD1211ABC}"/>
          </ac:spMkLst>
        </pc:spChg>
        <pc:spChg chg="mod">
          <ac:chgData name="Sebastian Ocampo Palacios" userId="2317f3a24a4e3b51" providerId="LiveId" clId="{AFEAE12A-5B73-4265-86D9-CE564404A644}" dt="2022-09-21T03:57:16.735" v="14682" actId="14100"/>
          <ac:spMkLst>
            <pc:docMk/>
            <pc:sldMk cId="1411127575" sldId="280"/>
            <ac:spMk id="4" creationId="{3B5CC688-65DC-47B6-B9CE-504F65715495}"/>
          </ac:spMkLst>
        </pc:spChg>
        <pc:picChg chg="mod">
          <ac:chgData name="Sebastian Ocampo Palacios" userId="2317f3a24a4e3b51" providerId="LiveId" clId="{AFEAE12A-5B73-4265-86D9-CE564404A644}" dt="2022-09-21T03:57:08.937" v="14679" actId="1076"/>
          <ac:picMkLst>
            <pc:docMk/>
            <pc:sldMk cId="1411127575" sldId="280"/>
            <ac:picMk id="12" creationId="{4CEDA682-1A94-2B44-4148-2B819FFE9744}"/>
          </ac:picMkLst>
        </pc:picChg>
      </pc:sldChg>
      <pc:sldChg chg="addSp modSp mod ord">
        <pc:chgData name="Sebastian Ocampo Palacios" userId="2317f3a24a4e3b51" providerId="LiveId" clId="{AFEAE12A-5B73-4265-86D9-CE564404A644}" dt="2022-09-20T02:44:19.142" v="3387" actId="20577"/>
        <pc:sldMkLst>
          <pc:docMk/>
          <pc:sldMk cId="1346166919" sldId="281"/>
        </pc:sldMkLst>
        <pc:spChg chg="add mod">
          <ac:chgData name="Sebastian Ocampo Palacios" userId="2317f3a24a4e3b51" providerId="LiveId" clId="{AFEAE12A-5B73-4265-86D9-CE564404A644}" dt="2022-09-19T04:14:53.312" v="901" actId="20577"/>
          <ac:spMkLst>
            <pc:docMk/>
            <pc:sldMk cId="1346166919" sldId="281"/>
            <ac:spMk id="2" creationId="{4D139ACB-6233-ED5D-B8CA-3885DB67BC59}"/>
          </ac:spMkLst>
        </pc:spChg>
        <pc:spChg chg="add mod">
          <ac:chgData name="Sebastian Ocampo Palacios" userId="2317f3a24a4e3b51" providerId="LiveId" clId="{AFEAE12A-5B73-4265-86D9-CE564404A644}" dt="2022-09-20T02:44:19.142" v="3387" actId="20577"/>
          <ac:spMkLst>
            <pc:docMk/>
            <pc:sldMk cId="1346166919" sldId="281"/>
            <ac:spMk id="4" creationId="{A24A3A47-8042-7F61-C4ED-9D4DF60CCC0F}"/>
          </ac:spMkLst>
        </pc:spChg>
        <pc:picChg chg="mod modCrop">
          <ac:chgData name="Sebastian Ocampo Palacios" userId="2317f3a24a4e3b51" providerId="LiveId" clId="{AFEAE12A-5B73-4265-86D9-CE564404A644}" dt="2022-09-19T04:24:05.738" v="1351" actId="14100"/>
          <ac:picMkLst>
            <pc:docMk/>
            <pc:sldMk cId="1346166919" sldId="281"/>
            <ac:picMk id="3" creationId="{F0EC655A-4C1D-45E0-7C44-2789259C7A54}"/>
          </ac:picMkLst>
        </pc:picChg>
      </pc:sldChg>
      <pc:sldChg chg="modSp mod">
        <pc:chgData name="Sebastian Ocampo Palacios" userId="2317f3a24a4e3b51" providerId="LiveId" clId="{AFEAE12A-5B73-4265-86D9-CE564404A644}" dt="2022-09-21T04:08:03.083" v="14859" actId="27636"/>
        <pc:sldMkLst>
          <pc:docMk/>
          <pc:sldMk cId="3091089763" sldId="282"/>
        </pc:sldMkLst>
        <pc:spChg chg="mod">
          <ac:chgData name="Sebastian Ocampo Palacios" userId="2317f3a24a4e3b51" providerId="LiveId" clId="{AFEAE12A-5B73-4265-86D9-CE564404A644}" dt="2022-09-21T04:08:03.083" v="14859" actId="27636"/>
          <ac:spMkLst>
            <pc:docMk/>
            <pc:sldMk cId="3091089763" sldId="282"/>
            <ac:spMk id="3" creationId="{57CDAA6E-6E77-EADF-CF18-4DF691A6ADC9}"/>
          </ac:spMkLst>
        </pc:spChg>
      </pc:sldChg>
      <pc:sldChg chg="addSp delSp modSp mod">
        <pc:chgData name="Sebastian Ocampo Palacios" userId="2317f3a24a4e3b51" providerId="LiveId" clId="{AFEAE12A-5B73-4265-86D9-CE564404A644}" dt="2022-09-21T02:05:06.362" v="11598" actId="1076"/>
        <pc:sldMkLst>
          <pc:docMk/>
          <pc:sldMk cId="2376786663" sldId="283"/>
        </pc:sldMkLst>
        <pc:spChg chg="mod">
          <ac:chgData name="Sebastian Ocampo Palacios" userId="2317f3a24a4e3b51" providerId="LiveId" clId="{AFEAE12A-5B73-4265-86D9-CE564404A644}" dt="2022-09-19T04:06:26.177" v="420" actId="20577"/>
          <ac:spMkLst>
            <pc:docMk/>
            <pc:sldMk cId="2376786663" sldId="283"/>
            <ac:spMk id="2" creationId="{FDA85F22-8955-7AE1-BFEC-CEA46AB3178B}"/>
          </ac:spMkLst>
        </pc:spChg>
        <pc:spChg chg="add del mod">
          <ac:chgData name="Sebastian Ocampo Palacios" userId="2317f3a24a4e3b51" providerId="LiveId" clId="{AFEAE12A-5B73-4265-86D9-CE564404A644}" dt="2022-09-19T04:06:13.893" v="378"/>
          <ac:spMkLst>
            <pc:docMk/>
            <pc:sldMk cId="2376786663" sldId="283"/>
            <ac:spMk id="3" creationId="{46FF4251-6F56-1572-3552-A075DADCF366}"/>
          </ac:spMkLst>
        </pc:spChg>
        <pc:spChg chg="add del mod">
          <ac:chgData name="Sebastian Ocampo Palacios" userId="2317f3a24a4e3b51" providerId="LiveId" clId="{AFEAE12A-5B73-4265-86D9-CE564404A644}" dt="2022-09-21T00:46:40.744" v="9263" actId="478"/>
          <ac:spMkLst>
            <pc:docMk/>
            <pc:sldMk cId="2376786663" sldId="283"/>
            <ac:spMk id="3" creationId="{8AE22197-69AE-50B3-3EB7-270C43DFE067}"/>
          </ac:spMkLst>
        </pc:spChg>
        <pc:spChg chg="add mod">
          <ac:chgData name="Sebastian Ocampo Palacios" userId="2317f3a24a4e3b51" providerId="LiveId" clId="{AFEAE12A-5B73-4265-86D9-CE564404A644}" dt="2022-09-21T02:05:01.270" v="11597" actId="1076"/>
          <ac:spMkLst>
            <pc:docMk/>
            <pc:sldMk cId="2376786663" sldId="283"/>
            <ac:spMk id="4" creationId="{D3CBBCBF-E678-AD31-6908-E5D123263A14}"/>
          </ac:spMkLst>
        </pc:spChg>
        <pc:spChg chg="add del mod">
          <ac:chgData name="Sebastian Ocampo Palacios" userId="2317f3a24a4e3b51" providerId="LiveId" clId="{AFEAE12A-5B73-4265-86D9-CE564404A644}" dt="2022-09-21T02:04:32.663" v="11573" actId="478"/>
          <ac:spMkLst>
            <pc:docMk/>
            <pc:sldMk cId="2376786663" sldId="283"/>
            <ac:spMk id="5" creationId="{F97F40C4-3EC0-EC91-BBF5-6FD42AF41C90}"/>
          </ac:spMkLst>
        </pc:spChg>
        <pc:spChg chg="mod">
          <ac:chgData name="Sebastian Ocampo Palacios" userId="2317f3a24a4e3b51" providerId="LiveId" clId="{AFEAE12A-5B73-4265-86D9-CE564404A644}" dt="2022-09-21T02:04:56.954" v="11596" actId="20577"/>
          <ac:spMkLst>
            <pc:docMk/>
            <pc:sldMk cId="2376786663" sldId="283"/>
            <ac:spMk id="7" creationId="{413A0342-C46B-DB6B-79DE-417CF4931917}"/>
          </ac:spMkLst>
        </pc:spChg>
        <pc:spChg chg="del">
          <ac:chgData name="Sebastian Ocampo Palacios" userId="2317f3a24a4e3b51" providerId="LiveId" clId="{AFEAE12A-5B73-4265-86D9-CE564404A644}" dt="2022-09-19T04:06:15.500" v="379" actId="478"/>
          <ac:spMkLst>
            <pc:docMk/>
            <pc:sldMk cId="2376786663" sldId="283"/>
            <ac:spMk id="7" creationId="{91C4126D-B9E9-A49F-3D38-A626340D5DE1}"/>
          </ac:spMkLst>
        </pc:spChg>
        <pc:spChg chg="mod ord">
          <ac:chgData name="Sebastian Ocampo Palacios" userId="2317f3a24a4e3b51" providerId="LiveId" clId="{AFEAE12A-5B73-4265-86D9-CE564404A644}" dt="2022-09-19T04:35:07.172" v="1441" actId="166"/>
          <ac:spMkLst>
            <pc:docMk/>
            <pc:sldMk cId="2376786663" sldId="283"/>
            <ac:spMk id="8" creationId="{725F93A8-F187-B7D6-5D3B-F3E5EFC7836C}"/>
          </ac:spMkLst>
        </pc:spChg>
        <pc:spChg chg="mod">
          <ac:chgData name="Sebastian Ocampo Palacios" userId="2317f3a24a4e3b51" providerId="LiveId" clId="{AFEAE12A-5B73-4265-86D9-CE564404A644}" dt="2022-09-21T02:04:35.452" v="11577" actId="571"/>
          <ac:spMkLst>
            <pc:docMk/>
            <pc:sldMk cId="2376786663" sldId="283"/>
            <ac:spMk id="10" creationId="{B6B8DED6-99C9-DEC5-2E2B-7A06A2008E16}"/>
          </ac:spMkLst>
        </pc:spChg>
        <pc:spChg chg="mod">
          <ac:chgData name="Sebastian Ocampo Palacios" userId="2317f3a24a4e3b51" providerId="LiveId" clId="{AFEAE12A-5B73-4265-86D9-CE564404A644}" dt="2022-09-21T02:04:35.452" v="11577" actId="571"/>
          <ac:spMkLst>
            <pc:docMk/>
            <pc:sldMk cId="2376786663" sldId="283"/>
            <ac:spMk id="11" creationId="{3BF5A2BA-EA52-60EB-C9F0-AC59F028B49A}"/>
          </ac:spMkLst>
        </pc:spChg>
        <pc:spChg chg="mod">
          <ac:chgData name="Sebastian Ocampo Palacios" userId="2317f3a24a4e3b51" providerId="LiveId" clId="{AFEAE12A-5B73-4265-86D9-CE564404A644}" dt="2022-09-19T04:39:13.850" v="1585"/>
          <ac:spMkLst>
            <pc:docMk/>
            <pc:sldMk cId="2376786663" sldId="283"/>
            <ac:spMk id="11" creationId="{57DA81E3-1CE0-0685-202A-6AEBFF8BB7A6}"/>
          </ac:spMkLst>
        </pc:spChg>
        <pc:spChg chg="mod">
          <ac:chgData name="Sebastian Ocampo Palacios" userId="2317f3a24a4e3b51" providerId="LiveId" clId="{AFEAE12A-5B73-4265-86D9-CE564404A644}" dt="2022-09-21T02:04:35.452" v="11577" actId="571"/>
          <ac:spMkLst>
            <pc:docMk/>
            <pc:sldMk cId="2376786663" sldId="283"/>
            <ac:spMk id="12" creationId="{080D0102-642E-EBD9-E6BA-284CBD22B32E}"/>
          </ac:spMkLst>
        </pc:spChg>
        <pc:spChg chg="mod">
          <ac:chgData name="Sebastian Ocampo Palacios" userId="2317f3a24a4e3b51" providerId="LiveId" clId="{AFEAE12A-5B73-4265-86D9-CE564404A644}" dt="2022-09-21T02:04:35.452" v="11577" actId="571"/>
          <ac:spMkLst>
            <pc:docMk/>
            <pc:sldMk cId="2376786663" sldId="283"/>
            <ac:spMk id="13" creationId="{55336161-3616-DC63-7638-2950B43CF0AF}"/>
          </ac:spMkLst>
        </pc:spChg>
        <pc:spChg chg="add mod">
          <ac:chgData name="Sebastian Ocampo Palacios" userId="2317f3a24a4e3b51" providerId="LiveId" clId="{AFEAE12A-5B73-4265-86D9-CE564404A644}" dt="2022-09-21T00:49:33.124" v="9335" actId="207"/>
          <ac:spMkLst>
            <pc:docMk/>
            <pc:sldMk cId="2376786663" sldId="283"/>
            <ac:spMk id="14" creationId="{16EBFFCE-8877-B228-7736-7A290081BC81}"/>
          </ac:spMkLst>
        </pc:spChg>
        <pc:spChg chg="mod">
          <ac:chgData name="Sebastian Ocampo Palacios" userId="2317f3a24a4e3b51" providerId="LiveId" clId="{AFEAE12A-5B73-4265-86D9-CE564404A644}" dt="2022-09-20T04:57:49.878" v="6340"/>
          <ac:spMkLst>
            <pc:docMk/>
            <pc:sldMk cId="2376786663" sldId="283"/>
            <ac:spMk id="16" creationId="{C73D2F80-6D5A-8E07-93EA-5FBFBD832FB4}"/>
          </ac:spMkLst>
        </pc:spChg>
        <pc:spChg chg="add del mod">
          <ac:chgData name="Sebastian Ocampo Palacios" userId="2317f3a24a4e3b51" providerId="LiveId" clId="{AFEAE12A-5B73-4265-86D9-CE564404A644}" dt="2022-09-20T05:09:57.846" v="6839" actId="21"/>
          <ac:spMkLst>
            <pc:docMk/>
            <pc:sldMk cId="2376786663" sldId="283"/>
            <ac:spMk id="19" creationId="{E7050398-20A0-B24E-761C-97D24BBB1065}"/>
          </ac:spMkLst>
        </pc:spChg>
        <pc:spChg chg="add del mod">
          <ac:chgData name="Sebastian Ocampo Palacios" userId="2317f3a24a4e3b51" providerId="LiveId" clId="{AFEAE12A-5B73-4265-86D9-CE564404A644}" dt="2022-09-20T05:09:57.846" v="6839" actId="21"/>
          <ac:spMkLst>
            <pc:docMk/>
            <pc:sldMk cId="2376786663" sldId="283"/>
            <ac:spMk id="21" creationId="{0D260A56-83FB-16E5-0E15-974E37BDB185}"/>
          </ac:spMkLst>
        </pc:spChg>
        <pc:spChg chg="add del mod">
          <ac:chgData name="Sebastian Ocampo Palacios" userId="2317f3a24a4e3b51" providerId="LiveId" clId="{AFEAE12A-5B73-4265-86D9-CE564404A644}" dt="2022-09-20T05:09:57.846" v="6839" actId="21"/>
          <ac:spMkLst>
            <pc:docMk/>
            <pc:sldMk cId="2376786663" sldId="283"/>
            <ac:spMk id="23" creationId="{17B27230-796C-B43F-CCFC-0F8A25B1D04A}"/>
          </ac:spMkLst>
        </pc:spChg>
        <pc:spChg chg="add del mod">
          <ac:chgData name="Sebastian Ocampo Palacios" userId="2317f3a24a4e3b51" providerId="LiveId" clId="{AFEAE12A-5B73-4265-86D9-CE564404A644}" dt="2022-09-20T05:09:57.846" v="6839" actId="21"/>
          <ac:spMkLst>
            <pc:docMk/>
            <pc:sldMk cId="2376786663" sldId="283"/>
            <ac:spMk id="24" creationId="{096A2E7E-6E91-3DCE-C1DF-D7904CB6517A}"/>
          </ac:spMkLst>
        </pc:spChg>
        <pc:spChg chg="add mod">
          <ac:chgData name="Sebastian Ocampo Palacios" userId="2317f3a24a4e3b51" providerId="LiveId" clId="{AFEAE12A-5B73-4265-86D9-CE564404A644}" dt="2022-09-21T00:01:10.787" v="8289" actId="1076"/>
          <ac:spMkLst>
            <pc:docMk/>
            <pc:sldMk cId="2376786663" sldId="283"/>
            <ac:spMk id="25" creationId="{088244DE-378D-7363-65D9-C9FF3F6F418E}"/>
          </ac:spMkLst>
        </pc:spChg>
        <pc:spChg chg="add mod">
          <ac:chgData name="Sebastian Ocampo Palacios" userId="2317f3a24a4e3b51" providerId="LiveId" clId="{AFEAE12A-5B73-4265-86D9-CE564404A644}" dt="2022-09-20T23:59:58.822" v="8273" actId="555"/>
          <ac:spMkLst>
            <pc:docMk/>
            <pc:sldMk cId="2376786663" sldId="283"/>
            <ac:spMk id="26" creationId="{1C1BC8D9-0A42-C54D-FD26-558062DE5F60}"/>
          </ac:spMkLst>
        </pc:spChg>
        <pc:spChg chg="add mod">
          <ac:chgData name="Sebastian Ocampo Palacios" userId="2317f3a24a4e3b51" providerId="LiveId" clId="{AFEAE12A-5B73-4265-86D9-CE564404A644}" dt="2022-09-20T05:10:18.388" v="6845" actId="164"/>
          <ac:spMkLst>
            <pc:docMk/>
            <pc:sldMk cId="2376786663" sldId="283"/>
            <ac:spMk id="27" creationId="{884CB6BA-5149-4C19-16A8-39D99709AFD3}"/>
          </ac:spMkLst>
        </pc:spChg>
        <pc:spChg chg="add mod">
          <ac:chgData name="Sebastian Ocampo Palacios" userId="2317f3a24a4e3b51" providerId="LiveId" clId="{AFEAE12A-5B73-4265-86D9-CE564404A644}" dt="2022-09-20T05:10:18.388" v="6845" actId="164"/>
          <ac:spMkLst>
            <pc:docMk/>
            <pc:sldMk cId="2376786663" sldId="283"/>
            <ac:spMk id="28" creationId="{31843609-3768-6E3C-7F04-E435AD194A54}"/>
          </ac:spMkLst>
        </pc:spChg>
        <pc:spChg chg="add mod ord">
          <ac:chgData name="Sebastian Ocampo Palacios" userId="2317f3a24a4e3b51" providerId="LiveId" clId="{AFEAE12A-5B73-4265-86D9-CE564404A644}" dt="2022-09-20T05:14:26.320" v="6861" actId="208"/>
          <ac:spMkLst>
            <pc:docMk/>
            <pc:sldMk cId="2376786663" sldId="283"/>
            <ac:spMk id="30" creationId="{90DC5E69-E743-1B8A-3386-022B0EBACE4B}"/>
          </ac:spMkLst>
        </pc:spChg>
        <pc:grpChg chg="add del mod">
          <ac:chgData name="Sebastian Ocampo Palacios" userId="2317f3a24a4e3b51" providerId="LiveId" clId="{AFEAE12A-5B73-4265-86D9-CE564404A644}" dt="2022-09-19T04:39:13.294" v="1583" actId="478"/>
          <ac:grpSpMkLst>
            <pc:docMk/>
            <pc:sldMk cId="2376786663" sldId="283"/>
            <ac:grpSpMk id="6" creationId="{05EA467E-2203-D1E1-77D7-DB7D3E4A1FF4}"/>
          </ac:grpSpMkLst>
        </pc:grpChg>
        <pc:grpChg chg="add mod">
          <ac:chgData name="Sebastian Ocampo Palacios" userId="2317f3a24a4e3b51" providerId="LiveId" clId="{AFEAE12A-5B73-4265-86D9-CE564404A644}" dt="2022-09-21T02:05:06.362" v="11598" actId="1076"/>
          <ac:grpSpMkLst>
            <pc:docMk/>
            <pc:sldMk cId="2376786663" sldId="283"/>
            <ac:grpSpMk id="6" creationId="{D4B2C5CB-ACF6-A7C8-5734-086BDAB256E0}"/>
          </ac:grpSpMkLst>
        </pc:grpChg>
        <pc:grpChg chg="add mod">
          <ac:chgData name="Sebastian Ocampo Palacios" userId="2317f3a24a4e3b51" providerId="LiveId" clId="{AFEAE12A-5B73-4265-86D9-CE564404A644}" dt="2022-09-21T02:04:35.452" v="11577" actId="571"/>
          <ac:grpSpMkLst>
            <pc:docMk/>
            <pc:sldMk cId="2376786663" sldId="283"/>
            <ac:grpSpMk id="9" creationId="{4635DC6A-C5B7-79C0-9BFF-553E4DB3DC17}"/>
          </ac:grpSpMkLst>
        </pc:grpChg>
        <pc:grpChg chg="add del mod">
          <ac:chgData name="Sebastian Ocampo Palacios" userId="2317f3a24a4e3b51" providerId="LiveId" clId="{AFEAE12A-5B73-4265-86D9-CE564404A644}" dt="2022-09-20T04:57:49.554" v="6338" actId="478"/>
          <ac:grpSpMkLst>
            <pc:docMk/>
            <pc:sldMk cId="2376786663" sldId="283"/>
            <ac:grpSpMk id="10" creationId="{F5F57166-3854-134D-0B7C-F90293294223}"/>
          </ac:grpSpMkLst>
        </pc:grpChg>
        <pc:grpChg chg="add del mod">
          <ac:chgData name="Sebastian Ocampo Palacios" userId="2317f3a24a4e3b51" providerId="LiveId" clId="{AFEAE12A-5B73-4265-86D9-CE564404A644}" dt="2022-09-20T04:57:58.249" v="6345"/>
          <ac:grpSpMkLst>
            <pc:docMk/>
            <pc:sldMk cId="2376786663" sldId="283"/>
            <ac:grpSpMk id="15" creationId="{1F3C9CFA-5951-561B-82B2-42B4AA4383C5}"/>
          </ac:grpSpMkLst>
        </pc:grpChg>
        <pc:grpChg chg="add mod">
          <ac:chgData name="Sebastian Ocampo Palacios" userId="2317f3a24a4e3b51" providerId="LiveId" clId="{AFEAE12A-5B73-4265-86D9-CE564404A644}" dt="2022-09-20T05:11:11.605" v="6855" actId="1076"/>
          <ac:grpSpMkLst>
            <pc:docMk/>
            <pc:sldMk cId="2376786663" sldId="283"/>
            <ac:grpSpMk id="29" creationId="{283E470D-F0E2-DA1D-8DD7-4552D453B7A2}"/>
          </ac:grpSpMkLst>
        </pc:grpChg>
        <pc:graphicFrameChg chg="add del mod">
          <ac:chgData name="Sebastian Ocampo Palacios" userId="2317f3a24a4e3b51" providerId="LiveId" clId="{AFEAE12A-5B73-4265-86D9-CE564404A644}" dt="2022-09-19T04:31:45.977" v="1437" actId="478"/>
          <ac:graphicFrameMkLst>
            <pc:docMk/>
            <pc:sldMk cId="2376786663" sldId="283"/>
            <ac:graphicFrameMk id="5" creationId="{8C992BE2-4E87-4194-BCCA-459D7006BA68}"/>
          </ac:graphicFrameMkLst>
        </pc:graphicFrameChg>
        <pc:graphicFrameChg chg="mod">
          <ac:chgData name="Sebastian Ocampo Palacios" userId="2317f3a24a4e3b51" providerId="LiveId" clId="{AFEAE12A-5B73-4265-86D9-CE564404A644}" dt="2022-09-21T02:04:33.356" v="11575"/>
          <ac:graphicFrameMkLst>
            <pc:docMk/>
            <pc:sldMk cId="2376786663" sldId="283"/>
            <ac:graphicFrameMk id="8" creationId="{772F09EE-394C-3F8D-C267-A5548C618D3F}"/>
          </ac:graphicFrameMkLst>
        </pc:graphicFrameChg>
        <pc:graphicFrameChg chg="mod">
          <ac:chgData name="Sebastian Ocampo Palacios" userId="2317f3a24a4e3b51" providerId="LiveId" clId="{AFEAE12A-5B73-4265-86D9-CE564404A644}" dt="2022-09-19T04:34:54.851" v="1439"/>
          <ac:graphicFrameMkLst>
            <pc:docMk/>
            <pc:sldMk cId="2376786663" sldId="283"/>
            <ac:graphicFrameMk id="9" creationId="{B70E782B-D38F-DFFB-D541-67B7A8D637DE}"/>
          </ac:graphicFrameMkLst>
        </pc:graphicFrameChg>
        <pc:graphicFrameChg chg="mod">
          <ac:chgData name="Sebastian Ocampo Palacios" userId="2317f3a24a4e3b51" providerId="LiveId" clId="{AFEAE12A-5B73-4265-86D9-CE564404A644}" dt="2022-09-19T04:39:13.850" v="1585"/>
          <ac:graphicFrameMkLst>
            <pc:docMk/>
            <pc:sldMk cId="2376786663" sldId="283"/>
            <ac:graphicFrameMk id="12" creationId="{424F97C1-7AF8-8687-C28A-61D054848AAF}"/>
          </ac:graphicFrameMkLst>
        </pc:graphicFrameChg>
        <pc:graphicFrameChg chg="mod">
          <ac:chgData name="Sebastian Ocampo Palacios" userId="2317f3a24a4e3b51" providerId="LiveId" clId="{AFEAE12A-5B73-4265-86D9-CE564404A644}" dt="2022-09-20T04:57:55.398" v="6344" actId="1076"/>
          <ac:graphicFrameMkLst>
            <pc:docMk/>
            <pc:sldMk cId="2376786663" sldId="283"/>
            <ac:graphicFrameMk id="17" creationId="{66C0F008-404E-DBF4-9B2B-730D31303A62}"/>
          </ac:graphicFrameMkLst>
        </pc:graphicFrameChg>
        <pc:picChg chg="add del mod">
          <ac:chgData name="Sebastian Ocampo Palacios" userId="2317f3a24a4e3b51" providerId="LiveId" clId="{AFEAE12A-5B73-4265-86D9-CE564404A644}" dt="2022-09-21T00:58:02.086" v="9467" actId="21"/>
          <ac:picMkLst>
            <pc:docMk/>
            <pc:sldMk cId="2376786663" sldId="283"/>
            <ac:picMk id="18" creationId="{4D7CE102-319E-EF06-7CD8-91959919EA65}"/>
          </ac:picMkLst>
        </pc:picChg>
      </pc:sldChg>
      <pc:sldChg chg="del">
        <pc:chgData name="Sebastian Ocampo Palacios" userId="2317f3a24a4e3b51" providerId="LiveId" clId="{AFEAE12A-5B73-4265-86D9-CE564404A644}" dt="2022-09-21T04:05:44.358" v="14800" actId="2696"/>
        <pc:sldMkLst>
          <pc:docMk/>
          <pc:sldMk cId="2326999965" sldId="284"/>
        </pc:sldMkLst>
      </pc:sldChg>
      <pc:sldChg chg="del">
        <pc:chgData name="Sebastian Ocampo Palacios" userId="2317f3a24a4e3b51" providerId="LiveId" clId="{AFEAE12A-5B73-4265-86D9-CE564404A644}" dt="2022-09-21T04:05:47.455" v="14801" actId="2696"/>
        <pc:sldMkLst>
          <pc:docMk/>
          <pc:sldMk cId="1626872401" sldId="285"/>
        </pc:sldMkLst>
      </pc:sldChg>
      <pc:sldChg chg="addSp modSp mod">
        <pc:chgData name="Sebastian Ocampo Palacios" userId="2317f3a24a4e3b51" providerId="LiveId" clId="{AFEAE12A-5B73-4265-86D9-CE564404A644}" dt="2022-09-21T05:13:30.290" v="15920" actId="207"/>
        <pc:sldMkLst>
          <pc:docMk/>
          <pc:sldMk cId="3299770938" sldId="286"/>
        </pc:sldMkLst>
        <pc:spChg chg="mod">
          <ac:chgData name="Sebastian Ocampo Palacios" userId="2317f3a24a4e3b51" providerId="LiveId" clId="{AFEAE12A-5B73-4265-86D9-CE564404A644}" dt="2022-09-19T03:53:47.471" v="74" actId="20577"/>
          <ac:spMkLst>
            <pc:docMk/>
            <pc:sldMk cId="3299770938" sldId="286"/>
            <ac:spMk id="2" creationId="{FDA85F22-8955-7AE1-BFEC-CEA46AB3178B}"/>
          </ac:spMkLst>
        </pc:spChg>
        <pc:spChg chg="add mod">
          <ac:chgData name="Sebastian Ocampo Palacios" userId="2317f3a24a4e3b51" providerId="LiveId" clId="{AFEAE12A-5B73-4265-86D9-CE564404A644}" dt="2022-09-21T05:13:30.290" v="15920" actId="207"/>
          <ac:spMkLst>
            <pc:docMk/>
            <pc:sldMk cId="3299770938" sldId="286"/>
            <ac:spMk id="3" creationId="{4DE0C96A-E243-E49B-0071-0FF23651D6B8}"/>
          </ac:spMkLst>
        </pc:spChg>
        <pc:spChg chg="add mod">
          <ac:chgData name="Sebastian Ocampo Palacios" userId="2317f3a24a4e3b51" providerId="LiveId" clId="{AFEAE12A-5B73-4265-86D9-CE564404A644}" dt="2022-09-19T04:11:54.649" v="840" actId="554"/>
          <ac:spMkLst>
            <pc:docMk/>
            <pc:sldMk cId="3299770938" sldId="286"/>
            <ac:spMk id="4" creationId="{F8B093DF-98E4-FA64-1D1D-F90B00B73782}"/>
          </ac:spMkLst>
        </pc:spChg>
        <pc:spChg chg="add mod">
          <ac:chgData name="Sebastian Ocampo Palacios" userId="2317f3a24a4e3b51" providerId="LiveId" clId="{AFEAE12A-5B73-4265-86D9-CE564404A644}" dt="2022-09-19T04:11:54.649" v="840" actId="554"/>
          <ac:spMkLst>
            <pc:docMk/>
            <pc:sldMk cId="3299770938" sldId="286"/>
            <ac:spMk id="5" creationId="{BB4346C4-2213-1DC9-463B-333497E437BF}"/>
          </ac:spMkLst>
        </pc:spChg>
        <pc:spChg chg="add mod">
          <ac:chgData name="Sebastian Ocampo Palacios" userId="2317f3a24a4e3b51" providerId="LiveId" clId="{AFEAE12A-5B73-4265-86D9-CE564404A644}" dt="2022-09-19T04:12:05.195" v="841" actId="554"/>
          <ac:spMkLst>
            <pc:docMk/>
            <pc:sldMk cId="3299770938" sldId="286"/>
            <ac:spMk id="6" creationId="{B017D483-3676-7FF5-8CCA-42EE1BE8958C}"/>
          </ac:spMkLst>
        </pc:spChg>
        <pc:spChg chg="mod">
          <ac:chgData name="Sebastian Ocampo Palacios" userId="2317f3a24a4e3b51" providerId="LiveId" clId="{AFEAE12A-5B73-4265-86D9-CE564404A644}" dt="2022-09-19T04:02:32.880" v="233" actId="27636"/>
          <ac:spMkLst>
            <pc:docMk/>
            <pc:sldMk cId="3299770938" sldId="286"/>
            <ac:spMk id="7" creationId="{91C4126D-B9E9-A49F-3D38-A626340D5DE1}"/>
          </ac:spMkLst>
        </pc:spChg>
        <pc:spChg chg="add mod">
          <ac:chgData name="Sebastian Ocampo Palacios" userId="2317f3a24a4e3b51" providerId="LiveId" clId="{AFEAE12A-5B73-4265-86D9-CE564404A644}" dt="2022-09-19T04:12:29.967" v="863" actId="20577"/>
          <ac:spMkLst>
            <pc:docMk/>
            <pc:sldMk cId="3299770938" sldId="286"/>
            <ac:spMk id="8" creationId="{CC71E0A0-0CC1-89B9-6895-F5E960F74490}"/>
          </ac:spMkLst>
        </pc:spChg>
        <pc:picChg chg="mod">
          <ac:chgData name="Sebastian Ocampo Palacios" userId="2317f3a24a4e3b51" providerId="LiveId" clId="{AFEAE12A-5B73-4265-86D9-CE564404A644}" dt="2022-09-19T03:54:01.331" v="91" actId="1076"/>
          <ac:picMkLst>
            <pc:docMk/>
            <pc:sldMk cId="3299770938" sldId="286"/>
            <ac:picMk id="9" creationId="{3E0D00A8-27C5-A890-EEE0-CA14C30787E0}"/>
          </ac:picMkLst>
        </pc:picChg>
        <pc:picChg chg="mod">
          <ac:chgData name="Sebastian Ocampo Palacios" userId="2317f3a24a4e3b51" providerId="LiveId" clId="{AFEAE12A-5B73-4265-86D9-CE564404A644}" dt="2022-09-21T05:12:40.601" v="15912" actId="1035"/>
          <ac:picMkLst>
            <pc:docMk/>
            <pc:sldMk cId="3299770938" sldId="286"/>
            <ac:picMk id="11" creationId="{F1A48756-469B-1B88-28AB-09981C6C5FC3}"/>
          </ac:picMkLst>
        </pc:picChg>
      </pc:sldChg>
      <pc:sldChg chg="del">
        <pc:chgData name="Sebastian Ocampo Palacios" userId="2317f3a24a4e3b51" providerId="LiveId" clId="{AFEAE12A-5B73-4265-86D9-CE564404A644}" dt="2022-09-19T04:06:43.697" v="426" actId="2696"/>
        <pc:sldMkLst>
          <pc:docMk/>
          <pc:sldMk cId="1375747952" sldId="287"/>
        </pc:sldMkLst>
      </pc:sldChg>
      <pc:sldChg chg="addSp delSp modSp mod modNotesTx">
        <pc:chgData name="Sebastian Ocampo Palacios" userId="2317f3a24a4e3b51" providerId="LiveId" clId="{AFEAE12A-5B73-4265-86D9-CE564404A644}" dt="2022-09-21T04:43:21.754" v="15011" actId="14100"/>
        <pc:sldMkLst>
          <pc:docMk/>
          <pc:sldMk cId="2677128239" sldId="288"/>
        </pc:sldMkLst>
        <pc:spChg chg="add del mod">
          <ac:chgData name="Sebastian Ocampo Palacios" userId="2317f3a24a4e3b51" providerId="LiveId" clId="{AFEAE12A-5B73-4265-86D9-CE564404A644}" dt="2022-09-21T03:25:17.717" v="13239" actId="478"/>
          <ac:spMkLst>
            <pc:docMk/>
            <pc:sldMk cId="2677128239" sldId="288"/>
            <ac:spMk id="3" creationId="{988E97ED-9010-D0FC-032A-57D9AC52469D}"/>
          </ac:spMkLst>
        </pc:spChg>
        <pc:spChg chg="mod">
          <ac:chgData name="Sebastian Ocampo Palacios" userId="2317f3a24a4e3b51" providerId="LiveId" clId="{AFEAE12A-5B73-4265-86D9-CE564404A644}" dt="2022-09-21T04:40:20.913" v="14935" actId="13926"/>
          <ac:spMkLst>
            <pc:docMk/>
            <pc:sldMk cId="2677128239" sldId="288"/>
            <ac:spMk id="7" creationId="{91C4126D-B9E9-A49F-3D38-A626340D5DE1}"/>
          </ac:spMkLst>
        </pc:spChg>
        <pc:spChg chg="add del mod">
          <ac:chgData name="Sebastian Ocampo Palacios" userId="2317f3a24a4e3b51" providerId="LiveId" clId="{AFEAE12A-5B73-4265-86D9-CE564404A644}" dt="2022-09-21T04:40:12.722" v="14922" actId="478"/>
          <ac:spMkLst>
            <pc:docMk/>
            <pc:sldMk cId="2677128239" sldId="288"/>
            <ac:spMk id="11" creationId="{A568F6CD-91C0-E684-64A5-15D17C03C53F}"/>
          </ac:spMkLst>
        </pc:spChg>
        <pc:spChg chg="add mod">
          <ac:chgData name="Sebastian Ocampo Palacios" userId="2317f3a24a4e3b51" providerId="LiveId" clId="{AFEAE12A-5B73-4265-86D9-CE564404A644}" dt="2022-09-21T04:41:16.565" v="14973" actId="554"/>
          <ac:spMkLst>
            <pc:docMk/>
            <pc:sldMk cId="2677128239" sldId="288"/>
            <ac:spMk id="12" creationId="{31020DA1-B8BC-F9A7-7405-2867636D721D}"/>
          </ac:spMkLst>
        </pc:spChg>
        <pc:spChg chg="add mod">
          <ac:chgData name="Sebastian Ocampo Palacios" userId="2317f3a24a4e3b51" providerId="LiveId" clId="{AFEAE12A-5B73-4265-86D9-CE564404A644}" dt="2022-09-21T04:41:16.565" v="14973" actId="554"/>
          <ac:spMkLst>
            <pc:docMk/>
            <pc:sldMk cId="2677128239" sldId="288"/>
            <ac:spMk id="13" creationId="{5B81CA1D-0BCB-B6C3-3B6E-FC223718842B}"/>
          </ac:spMkLst>
        </pc:spChg>
        <pc:spChg chg="add mod">
          <ac:chgData name="Sebastian Ocampo Palacios" userId="2317f3a24a4e3b51" providerId="LiveId" clId="{AFEAE12A-5B73-4265-86D9-CE564404A644}" dt="2022-09-21T04:43:21.754" v="15011" actId="14100"/>
          <ac:spMkLst>
            <pc:docMk/>
            <pc:sldMk cId="2677128239" sldId="288"/>
            <ac:spMk id="14" creationId="{CA960B2D-FE09-C979-7368-68AE4F7066E2}"/>
          </ac:spMkLst>
        </pc:spChg>
        <pc:picChg chg="add del mod">
          <ac:chgData name="Sebastian Ocampo Palacios" userId="2317f3a24a4e3b51" providerId="LiveId" clId="{AFEAE12A-5B73-4265-86D9-CE564404A644}" dt="2022-09-21T03:25:31.088" v="13241" actId="478"/>
          <ac:picMkLst>
            <pc:docMk/>
            <pc:sldMk cId="2677128239" sldId="288"/>
            <ac:picMk id="5" creationId="{8CC7CE0C-2E7E-D8F9-23F4-3C8D0846D0D8}"/>
          </ac:picMkLst>
        </pc:picChg>
        <pc:picChg chg="add del mod">
          <ac:chgData name="Sebastian Ocampo Palacios" userId="2317f3a24a4e3b51" providerId="LiveId" clId="{AFEAE12A-5B73-4265-86D9-CE564404A644}" dt="2022-09-21T03:25:37.855" v="13243" actId="478"/>
          <ac:picMkLst>
            <pc:docMk/>
            <pc:sldMk cId="2677128239" sldId="288"/>
            <ac:picMk id="8" creationId="{972B9B6C-831F-D619-FA25-F823DC880125}"/>
          </ac:picMkLst>
        </pc:picChg>
        <pc:picChg chg="add mod">
          <ac:chgData name="Sebastian Ocampo Palacios" userId="2317f3a24a4e3b51" providerId="LiveId" clId="{AFEAE12A-5B73-4265-86D9-CE564404A644}" dt="2022-09-21T03:25:56.186" v="13247" actId="1076"/>
          <ac:picMkLst>
            <pc:docMk/>
            <pc:sldMk cId="2677128239" sldId="288"/>
            <ac:picMk id="10" creationId="{1F3F7110-7817-B67D-A502-C79C76BA2A21}"/>
          </ac:picMkLst>
        </pc:picChg>
      </pc:sldChg>
      <pc:sldChg chg="addSp modSp add mod ord">
        <pc:chgData name="Sebastian Ocampo Palacios" userId="2317f3a24a4e3b51" providerId="LiveId" clId="{AFEAE12A-5B73-4265-86D9-CE564404A644}" dt="2022-09-21T04:04:50.307" v="14790" actId="207"/>
        <pc:sldMkLst>
          <pc:docMk/>
          <pc:sldMk cId="3946146728" sldId="289"/>
        </pc:sldMkLst>
        <pc:spChg chg="mod">
          <ac:chgData name="Sebastian Ocampo Palacios" userId="2317f3a24a4e3b51" providerId="LiveId" clId="{AFEAE12A-5B73-4265-86D9-CE564404A644}" dt="2022-09-20T02:06:12.282" v="2257" actId="20577"/>
          <ac:spMkLst>
            <pc:docMk/>
            <pc:sldMk cId="3946146728" sldId="289"/>
            <ac:spMk id="2" creationId="{FDA85F22-8955-7AE1-BFEC-CEA46AB3178B}"/>
          </ac:spMkLst>
        </pc:spChg>
        <pc:spChg chg="add mod">
          <ac:chgData name="Sebastian Ocampo Palacios" userId="2317f3a24a4e3b51" providerId="LiveId" clId="{AFEAE12A-5B73-4265-86D9-CE564404A644}" dt="2022-09-21T04:04:50.307" v="14790" actId="207"/>
          <ac:spMkLst>
            <pc:docMk/>
            <pc:sldMk cId="3946146728" sldId="289"/>
            <ac:spMk id="3" creationId="{F9EAA326-1B01-999B-610F-640BE9053742}"/>
          </ac:spMkLst>
        </pc:spChg>
        <pc:spChg chg="mod">
          <ac:chgData name="Sebastian Ocampo Palacios" userId="2317f3a24a4e3b51" providerId="LiveId" clId="{AFEAE12A-5B73-4265-86D9-CE564404A644}" dt="2022-09-21T04:02:45.967" v="14745" actId="20577"/>
          <ac:spMkLst>
            <pc:docMk/>
            <pc:sldMk cId="3946146728" sldId="289"/>
            <ac:spMk id="7" creationId="{91C4126D-B9E9-A49F-3D38-A626340D5DE1}"/>
          </ac:spMkLst>
        </pc:spChg>
      </pc:sldChg>
      <pc:sldChg chg="addSp delSp modSp new mod ord">
        <pc:chgData name="Sebastian Ocampo Palacios" userId="2317f3a24a4e3b51" providerId="LiveId" clId="{AFEAE12A-5B73-4265-86D9-CE564404A644}" dt="2022-09-21T05:04:36.741" v="15863" actId="20577"/>
        <pc:sldMkLst>
          <pc:docMk/>
          <pc:sldMk cId="1636781161" sldId="290"/>
        </pc:sldMkLst>
        <pc:spChg chg="add del mod">
          <ac:chgData name="Sebastian Ocampo Palacios" userId="2317f3a24a4e3b51" providerId="LiveId" clId="{AFEAE12A-5B73-4265-86D9-CE564404A644}" dt="2022-09-21T03:54:24.914" v="14615"/>
          <ac:spMkLst>
            <pc:docMk/>
            <pc:sldMk cId="1636781161" sldId="290"/>
            <ac:spMk id="2" creationId="{20B94721-4B0E-0F36-1D5E-1E5DCCA8E04C}"/>
          </ac:spMkLst>
        </pc:spChg>
        <pc:spChg chg="del">
          <ac:chgData name="Sebastian Ocampo Palacios" userId="2317f3a24a4e3b51" providerId="LiveId" clId="{AFEAE12A-5B73-4265-86D9-CE564404A644}" dt="2022-09-20T02:03:09.537" v="2204" actId="478"/>
          <ac:spMkLst>
            <pc:docMk/>
            <pc:sldMk cId="1636781161" sldId="290"/>
            <ac:spMk id="2" creationId="{5C7970F1-8459-8186-D16B-D713775457E7}"/>
          </ac:spMkLst>
        </pc:spChg>
        <pc:spChg chg="mod">
          <ac:chgData name="Sebastian Ocampo Palacios" userId="2317f3a24a4e3b51" providerId="LiveId" clId="{AFEAE12A-5B73-4265-86D9-CE564404A644}" dt="2022-09-20T02:46:27.170" v="3555" actId="20577"/>
          <ac:spMkLst>
            <pc:docMk/>
            <pc:sldMk cId="1636781161" sldId="290"/>
            <ac:spMk id="3" creationId="{8554DC9F-2C8D-91BD-75AF-3F8F7BCBA389}"/>
          </ac:spMkLst>
        </pc:spChg>
        <pc:spChg chg="add del mod">
          <ac:chgData name="Sebastian Ocampo Palacios" userId="2317f3a24a4e3b51" providerId="LiveId" clId="{AFEAE12A-5B73-4265-86D9-CE564404A644}" dt="2022-09-20T02:03:08.218" v="2203"/>
          <ac:spMkLst>
            <pc:docMk/>
            <pc:sldMk cId="1636781161" sldId="290"/>
            <ac:spMk id="4" creationId="{E71D8D8D-15F4-0A8A-78D5-FD02DA6E37EA}"/>
          </ac:spMkLst>
        </pc:spChg>
        <pc:spChg chg="add mod">
          <ac:chgData name="Sebastian Ocampo Palacios" userId="2317f3a24a4e3b51" providerId="LiveId" clId="{AFEAE12A-5B73-4265-86D9-CE564404A644}" dt="2022-09-21T05:04:36.741" v="15863" actId="20577"/>
          <ac:spMkLst>
            <pc:docMk/>
            <pc:sldMk cId="1636781161" sldId="290"/>
            <ac:spMk id="5" creationId="{7EBF0833-062A-A5B9-DBE1-E03273052133}"/>
          </ac:spMkLst>
        </pc:spChg>
        <pc:spChg chg="add del mod">
          <ac:chgData name="Sebastian Ocampo Palacios" userId="2317f3a24a4e3b51" providerId="LiveId" clId="{AFEAE12A-5B73-4265-86D9-CE564404A644}" dt="2022-09-20T03:03:52.337" v="4246" actId="21"/>
          <ac:spMkLst>
            <pc:docMk/>
            <pc:sldMk cId="1636781161" sldId="290"/>
            <ac:spMk id="6" creationId="{6893C88D-3326-E761-EE92-E0BCB8D9EE82}"/>
          </ac:spMkLst>
        </pc:spChg>
        <pc:spChg chg="add del mod">
          <ac:chgData name="Sebastian Ocampo Palacios" userId="2317f3a24a4e3b51" providerId="LiveId" clId="{AFEAE12A-5B73-4265-86D9-CE564404A644}" dt="2022-09-21T03:48:25.278" v="14613" actId="478"/>
          <ac:spMkLst>
            <pc:docMk/>
            <pc:sldMk cId="1636781161" sldId="290"/>
            <ac:spMk id="7" creationId="{8E633257-484E-5054-AA9D-194D31FEAE62}"/>
          </ac:spMkLst>
        </pc:spChg>
      </pc:sldChg>
      <pc:sldChg chg="addSp delSp modSp add mod ord">
        <pc:chgData name="Sebastian Ocampo Palacios" userId="2317f3a24a4e3b51" providerId="LiveId" clId="{AFEAE12A-5B73-4265-86D9-CE564404A644}" dt="2022-09-21T06:01:13.974" v="17979" actId="1076"/>
        <pc:sldMkLst>
          <pc:docMk/>
          <pc:sldMk cId="882788472" sldId="291"/>
        </pc:sldMkLst>
        <pc:spChg chg="mod">
          <ac:chgData name="Sebastian Ocampo Palacios" userId="2317f3a24a4e3b51" providerId="LiveId" clId="{AFEAE12A-5B73-4265-86D9-CE564404A644}" dt="2022-09-21T00:48:32.366" v="9334" actId="20577"/>
          <ac:spMkLst>
            <pc:docMk/>
            <pc:sldMk cId="882788472" sldId="291"/>
            <ac:spMk id="2" creationId="{FDA85F22-8955-7AE1-BFEC-CEA46AB3178B}"/>
          </ac:spMkLst>
        </pc:spChg>
        <pc:spChg chg="add del">
          <ac:chgData name="Sebastian Ocampo Palacios" userId="2317f3a24a4e3b51" providerId="LiveId" clId="{AFEAE12A-5B73-4265-86D9-CE564404A644}" dt="2022-09-21T06:01:10.963" v="17978" actId="478"/>
          <ac:spMkLst>
            <pc:docMk/>
            <pc:sldMk cId="882788472" sldId="291"/>
            <ac:spMk id="3" creationId="{BB008C25-A296-6442-8281-507B7FC21A9E}"/>
          </ac:spMkLst>
        </pc:spChg>
        <pc:spChg chg="add del">
          <ac:chgData name="Sebastian Ocampo Palacios" userId="2317f3a24a4e3b51" providerId="LiveId" clId="{AFEAE12A-5B73-4265-86D9-CE564404A644}" dt="2022-09-20T02:10:45.692" v="2411" actId="22"/>
          <ac:spMkLst>
            <pc:docMk/>
            <pc:sldMk cId="882788472" sldId="291"/>
            <ac:spMk id="4" creationId="{83F8A7BF-D29A-AF3D-B872-C4C21EDD9491}"/>
          </ac:spMkLst>
        </pc:spChg>
        <pc:spChg chg="add mod">
          <ac:chgData name="Sebastian Ocampo Palacios" userId="2317f3a24a4e3b51" providerId="LiveId" clId="{AFEAE12A-5B73-4265-86D9-CE564404A644}" dt="2022-09-21T06:01:05.516" v="17976" actId="1076"/>
          <ac:spMkLst>
            <pc:docMk/>
            <pc:sldMk cId="882788472" sldId="291"/>
            <ac:spMk id="5" creationId="{38B79A51-7F35-7F8B-8391-8E426C111FF4}"/>
          </ac:spMkLst>
        </pc:spChg>
        <pc:spChg chg="mod">
          <ac:chgData name="Sebastian Ocampo Palacios" userId="2317f3a24a4e3b51" providerId="LiveId" clId="{AFEAE12A-5B73-4265-86D9-CE564404A644}" dt="2022-09-21T06:00:58.574" v="17974" actId="20577"/>
          <ac:spMkLst>
            <pc:docMk/>
            <pc:sldMk cId="882788472" sldId="291"/>
            <ac:spMk id="7" creationId="{91C4126D-B9E9-A49F-3D38-A626340D5DE1}"/>
          </ac:spMkLst>
        </pc:spChg>
        <pc:picChg chg="add del mod">
          <ac:chgData name="Sebastian Ocampo Palacios" userId="2317f3a24a4e3b51" providerId="LiveId" clId="{AFEAE12A-5B73-4265-86D9-CE564404A644}" dt="2022-09-20T02:18:58.030" v="2436" actId="478"/>
          <ac:picMkLst>
            <pc:docMk/>
            <pc:sldMk cId="882788472" sldId="291"/>
            <ac:picMk id="6" creationId="{7E3B944E-6FCF-1186-63E4-1B1B5A52D5E4}"/>
          </ac:picMkLst>
        </pc:picChg>
        <pc:picChg chg="add del mod">
          <ac:chgData name="Sebastian Ocampo Palacios" userId="2317f3a24a4e3b51" providerId="LiveId" clId="{AFEAE12A-5B73-4265-86D9-CE564404A644}" dt="2022-09-20T03:30:46.987" v="4589" actId="478"/>
          <ac:picMkLst>
            <pc:docMk/>
            <pc:sldMk cId="882788472" sldId="291"/>
            <ac:picMk id="9" creationId="{76016FF5-C606-5A19-F3B3-539B90AF77EA}"/>
          </ac:picMkLst>
        </pc:picChg>
        <pc:picChg chg="add mod">
          <ac:chgData name="Sebastian Ocampo Palacios" userId="2317f3a24a4e3b51" providerId="LiveId" clId="{AFEAE12A-5B73-4265-86D9-CE564404A644}" dt="2022-09-21T06:01:13.974" v="17979" actId="1076"/>
          <ac:picMkLst>
            <pc:docMk/>
            <pc:sldMk cId="882788472" sldId="291"/>
            <ac:picMk id="10" creationId="{E8849892-BE9D-5FD2-7A47-80B07D7C04AB}"/>
          </ac:picMkLst>
        </pc:picChg>
        <pc:picChg chg="add del mod">
          <ac:chgData name="Sebastian Ocampo Palacios" userId="2317f3a24a4e3b51" providerId="LiveId" clId="{AFEAE12A-5B73-4265-86D9-CE564404A644}" dt="2022-09-21T00:43:03.721" v="9027" actId="21"/>
          <ac:picMkLst>
            <pc:docMk/>
            <pc:sldMk cId="882788472" sldId="291"/>
            <ac:picMk id="12" creationId="{BBA4231D-A1B3-ED66-D787-045859D3E5BA}"/>
          </ac:picMkLst>
        </pc:picChg>
        <pc:picChg chg="add del mod">
          <ac:chgData name="Sebastian Ocampo Palacios" userId="2317f3a24a4e3b51" providerId="LiveId" clId="{AFEAE12A-5B73-4265-86D9-CE564404A644}" dt="2022-09-21T00:43:03.721" v="9027" actId="21"/>
          <ac:picMkLst>
            <pc:docMk/>
            <pc:sldMk cId="882788472" sldId="291"/>
            <ac:picMk id="14" creationId="{20511C6B-4583-0A8D-DC25-F6C35F156A65}"/>
          </ac:picMkLst>
        </pc:picChg>
      </pc:sldChg>
      <pc:sldChg chg="addSp delSp modSp add del mod">
        <pc:chgData name="Sebastian Ocampo Palacios" userId="2317f3a24a4e3b51" providerId="LiveId" clId="{AFEAE12A-5B73-4265-86D9-CE564404A644}" dt="2022-09-20T05:14:44.269" v="6862" actId="2696"/>
        <pc:sldMkLst>
          <pc:docMk/>
          <pc:sldMk cId="2440340958" sldId="292"/>
        </pc:sldMkLst>
        <pc:spChg chg="mod">
          <ac:chgData name="Sebastian Ocampo Palacios" userId="2317f3a24a4e3b51" providerId="LiveId" clId="{AFEAE12A-5B73-4265-86D9-CE564404A644}" dt="2022-09-20T02:37:42.410" v="3360" actId="20577"/>
          <ac:spMkLst>
            <pc:docMk/>
            <pc:sldMk cId="2440340958" sldId="292"/>
            <ac:spMk id="2" creationId="{FDA85F22-8955-7AE1-BFEC-CEA46AB3178B}"/>
          </ac:spMkLst>
        </pc:spChg>
        <pc:spChg chg="add">
          <ac:chgData name="Sebastian Ocampo Palacios" userId="2317f3a24a4e3b51" providerId="LiveId" clId="{AFEAE12A-5B73-4265-86D9-CE564404A644}" dt="2022-09-20T02:45:54.183" v="3430" actId="11529"/>
          <ac:spMkLst>
            <pc:docMk/>
            <pc:sldMk cId="2440340958" sldId="292"/>
            <ac:spMk id="3" creationId="{EE0CB0AE-4C87-C3FF-B627-B34307EC2179}"/>
          </ac:spMkLst>
        </pc:spChg>
        <pc:grpChg chg="del">
          <ac:chgData name="Sebastian Ocampo Palacios" userId="2317f3a24a4e3b51" providerId="LiveId" clId="{AFEAE12A-5B73-4265-86D9-CE564404A644}" dt="2022-09-20T02:37:48.305" v="3361" actId="478"/>
          <ac:grpSpMkLst>
            <pc:docMk/>
            <pc:sldMk cId="2440340958" sldId="292"/>
            <ac:grpSpMk id="10" creationId="{F5F57166-3854-134D-0B7C-F90293294223}"/>
          </ac:grpSpMkLst>
        </pc:grpChg>
      </pc:sldChg>
      <pc:sldChg chg="addSp modSp add del mod ord">
        <pc:chgData name="Sebastian Ocampo Palacios" userId="2317f3a24a4e3b51" providerId="LiveId" clId="{AFEAE12A-5B73-4265-86D9-CE564404A644}" dt="2022-09-21T00:05:22.496" v="8305" actId="2696"/>
        <pc:sldMkLst>
          <pc:docMk/>
          <pc:sldMk cId="2998473178" sldId="293"/>
        </pc:sldMkLst>
        <pc:spChg chg="add mod">
          <ac:chgData name="Sebastian Ocampo Palacios" userId="2317f3a24a4e3b51" providerId="LiveId" clId="{AFEAE12A-5B73-4265-86D9-CE564404A644}" dt="2022-09-20T03:03:54.744" v="4247"/>
          <ac:spMkLst>
            <pc:docMk/>
            <pc:sldMk cId="2998473178" sldId="293"/>
            <ac:spMk id="2" creationId="{F7EEF2C3-EBC9-5B7F-EFF2-982AEC616520}"/>
          </ac:spMkLst>
        </pc:spChg>
        <pc:spChg chg="mod">
          <ac:chgData name="Sebastian Ocampo Palacios" userId="2317f3a24a4e3b51" providerId="LiveId" clId="{AFEAE12A-5B73-4265-86D9-CE564404A644}" dt="2022-09-21T00:04:56.418" v="8304" actId="27636"/>
          <ac:spMkLst>
            <pc:docMk/>
            <pc:sldMk cId="2998473178" sldId="293"/>
            <ac:spMk id="3" creationId="{8554DC9F-2C8D-91BD-75AF-3F8F7BCBA389}"/>
          </ac:spMkLst>
        </pc:spChg>
      </pc:sldChg>
      <pc:sldChg chg="addSp delSp modSp add mod">
        <pc:chgData name="Sebastian Ocampo Palacios" userId="2317f3a24a4e3b51" providerId="LiveId" clId="{AFEAE12A-5B73-4265-86D9-CE564404A644}" dt="2022-09-21T04:38:42.114" v="14916" actId="1035"/>
        <pc:sldMkLst>
          <pc:docMk/>
          <pc:sldMk cId="1320118581" sldId="294"/>
        </pc:sldMkLst>
        <pc:spChg chg="add del mod">
          <ac:chgData name="Sebastian Ocampo Palacios" userId="2317f3a24a4e3b51" providerId="LiveId" clId="{AFEAE12A-5B73-4265-86D9-CE564404A644}" dt="2022-09-21T04:38:25.517" v="14909" actId="478"/>
          <ac:spMkLst>
            <pc:docMk/>
            <pc:sldMk cId="1320118581" sldId="294"/>
            <ac:spMk id="2" creationId="{9E2739ED-F7C1-19EE-85D1-F7BD869067BC}"/>
          </ac:spMkLst>
        </pc:spChg>
        <pc:spChg chg="mod">
          <ac:chgData name="Sebastian Ocampo Palacios" userId="2317f3a24a4e3b51" providerId="LiveId" clId="{AFEAE12A-5B73-4265-86D9-CE564404A644}" dt="2022-09-21T01:50:47.769" v="11506" actId="20577"/>
          <ac:spMkLst>
            <pc:docMk/>
            <pc:sldMk cId="1320118581" sldId="294"/>
            <ac:spMk id="3" creationId="{8554DC9F-2C8D-91BD-75AF-3F8F7BCBA389}"/>
          </ac:spMkLst>
        </pc:spChg>
        <pc:spChg chg="mod">
          <ac:chgData name="Sebastian Ocampo Palacios" userId="2317f3a24a4e3b51" providerId="LiveId" clId="{AFEAE12A-5B73-4265-86D9-CE564404A644}" dt="2022-09-20T02:44:58.125" v="3416" actId="20577"/>
          <ac:spMkLst>
            <pc:docMk/>
            <pc:sldMk cId="1320118581" sldId="294"/>
            <ac:spMk id="5" creationId="{7EBF0833-062A-A5B9-DBE1-E03273052133}"/>
          </ac:spMkLst>
        </pc:spChg>
        <pc:spChg chg="add del">
          <ac:chgData name="Sebastian Ocampo Palacios" userId="2317f3a24a4e3b51" providerId="LiveId" clId="{AFEAE12A-5B73-4265-86D9-CE564404A644}" dt="2022-09-20T04:38:17.115" v="6173" actId="478"/>
          <ac:spMkLst>
            <pc:docMk/>
            <pc:sldMk cId="1320118581" sldId="294"/>
            <ac:spMk id="6" creationId="{27EE5786-80CF-FCD9-8FBA-844CE0A0924B}"/>
          </ac:spMkLst>
        </pc:spChg>
        <pc:spChg chg="add mod">
          <ac:chgData name="Sebastian Ocampo Palacios" userId="2317f3a24a4e3b51" providerId="LiveId" clId="{AFEAE12A-5B73-4265-86D9-CE564404A644}" dt="2022-09-21T01:51:32.570" v="11509" actId="555"/>
          <ac:spMkLst>
            <pc:docMk/>
            <pc:sldMk cId="1320118581" sldId="294"/>
            <ac:spMk id="10" creationId="{BD6B6C20-33EC-7844-D8B4-A44A80BD540A}"/>
          </ac:spMkLst>
        </pc:spChg>
        <pc:picChg chg="add del mod">
          <ac:chgData name="Sebastian Ocampo Palacios" userId="2317f3a24a4e3b51" providerId="LiveId" clId="{AFEAE12A-5B73-4265-86D9-CE564404A644}" dt="2022-09-20T02:49:21.533" v="3989" actId="21"/>
          <ac:picMkLst>
            <pc:docMk/>
            <pc:sldMk cId="1320118581" sldId="294"/>
            <ac:picMk id="2" creationId="{D16C8E61-8E15-59DB-1555-3FD921AAD3F2}"/>
          </ac:picMkLst>
        </pc:picChg>
        <pc:picChg chg="add del mod">
          <ac:chgData name="Sebastian Ocampo Palacios" userId="2317f3a24a4e3b51" providerId="LiveId" clId="{AFEAE12A-5B73-4265-86D9-CE564404A644}" dt="2022-09-20T04:38:18.334" v="6175" actId="478"/>
          <ac:picMkLst>
            <pc:docMk/>
            <pc:sldMk cId="1320118581" sldId="294"/>
            <ac:picMk id="4" creationId="{01212884-6238-7FB6-C073-BCB75097DE35}"/>
          </ac:picMkLst>
        </pc:picChg>
        <pc:picChg chg="add mod">
          <ac:chgData name="Sebastian Ocampo Palacios" userId="2317f3a24a4e3b51" providerId="LiveId" clId="{AFEAE12A-5B73-4265-86D9-CE564404A644}" dt="2022-09-21T04:38:42.114" v="14916" actId="1035"/>
          <ac:picMkLst>
            <pc:docMk/>
            <pc:sldMk cId="1320118581" sldId="294"/>
            <ac:picMk id="4" creationId="{B1DF1AF0-7737-0040-BEA0-69B8CC13AE9E}"/>
          </ac:picMkLst>
        </pc:picChg>
        <pc:picChg chg="add del mod modCrop">
          <ac:chgData name="Sebastian Ocampo Palacios" userId="2317f3a24a4e3b51" providerId="LiveId" clId="{AFEAE12A-5B73-4265-86D9-CE564404A644}" dt="2022-09-21T04:38:26.603" v="14910" actId="478"/>
          <ac:picMkLst>
            <pc:docMk/>
            <pc:sldMk cId="1320118581" sldId="294"/>
            <ac:picMk id="8" creationId="{53AF8BEE-E895-9850-A366-D356EC027361}"/>
          </ac:picMkLst>
        </pc:picChg>
      </pc:sldChg>
      <pc:sldChg chg="addSp delSp modSp new mod ord">
        <pc:chgData name="Sebastian Ocampo Palacios" userId="2317f3a24a4e3b51" providerId="LiveId" clId="{AFEAE12A-5B73-4265-86D9-CE564404A644}" dt="2022-09-21T04:38:16.530" v="14908" actId="164"/>
        <pc:sldMkLst>
          <pc:docMk/>
          <pc:sldMk cId="1600595909" sldId="295"/>
        </pc:sldMkLst>
        <pc:spChg chg="del">
          <ac:chgData name="Sebastian Ocampo Palacios" userId="2317f3a24a4e3b51" providerId="LiveId" clId="{AFEAE12A-5B73-4265-86D9-CE564404A644}" dt="2022-09-20T02:51:30.452" v="3991" actId="478"/>
          <ac:spMkLst>
            <pc:docMk/>
            <pc:sldMk cId="1600595909" sldId="295"/>
            <ac:spMk id="2" creationId="{261EFF55-6797-225B-5EC7-64158FD954D5}"/>
          </ac:spMkLst>
        </pc:spChg>
        <pc:spChg chg="del">
          <ac:chgData name="Sebastian Ocampo Palacios" userId="2317f3a24a4e3b51" providerId="LiveId" clId="{AFEAE12A-5B73-4265-86D9-CE564404A644}" dt="2022-09-20T02:51:32.198" v="3992" actId="478"/>
          <ac:spMkLst>
            <pc:docMk/>
            <pc:sldMk cId="1600595909" sldId="295"/>
            <ac:spMk id="3" creationId="{39987BEC-BA19-7BB6-3574-9364346B13A6}"/>
          </ac:spMkLst>
        </pc:spChg>
        <pc:spChg chg="add del mod">
          <ac:chgData name="Sebastian Ocampo Palacios" userId="2317f3a24a4e3b51" providerId="LiveId" clId="{AFEAE12A-5B73-4265-86D9-CE564404A644}" dt="2022-09-20T03:41:41.310" v="4861" actId="21"/>
          <ac:spMkLst>
            <pc:docMk/>
            <pc:sldMk cId="1600595909" sldId="295"/>
            <ac:spMk id="13" creationId="{88730294-A0E6-59BB-D890-DF66BACB42BC}"/>
          </ac:spMkLst>
        </pc:spChg>
        <pc:spChg chg="add mod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22" creationId="{BA0A440F-91F2-0EE2-A388-22E1F506FFF7}"/>
          </ac:spMkLst>
        </pc:spChg>
        <pc:spChg chg="add del mod">
          <ac:chgData name="Sebastian Ocampo Palacios" userId="2317f3a24a4e3b51" providerId="LiveId" clId="{AFEAE12A-5B73-4265-86D9-CE564404A644}" dt="2022-09-20T04:10:12.393" v="5011" actId="478"/>
          <ac:spMkLst>
            <pc:docMk/>
            <pc:sldMk cId="1600595909" sldId="295"/>
            <ac:spMk id="25" creationId="{9D823EC8-C42B-330C-C29B-6976033C4CA1}"/>
          </ac:spMkLst>
        </pc:spChg>
        <pc:spChg chg="add mod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27" creationId="{F69F0DBA-8E5E-D00B-F739-271AB3A8E984}"/>
          </ac:spMkLst>
        </pc:spChg>
        <pc:spChg chg="add mod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31" creationId="{BBBA9C7F-9F07-6E38-D6C6-DA7F5E431D9B}"/>
          </ac:spMkLst>
        </pc:spChg>
        <pc:spChg chg="add mod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32" creationId="{5C14E91A-A6E0-D164-1404-FB7541D987CD}"/>
          </ac:spMkLst>
        </pc:spChg>
        <pc:spChg chg="add mod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39" creationId="{C91AF32D-5502-D3EB-52C3-D67B67D9AEF5}"/>
          </ac:spMkLst>
        </pc:spChg>
        <pc:spChg chg="add mod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48" creationId="{783BBF7F-AEF2-C3E0-0F84-BA7AFA08CBFE}"/>
          </ac:spMkLst>
        </pc:spChg>
        <pc:spChg chg="add mod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66" creationId="{D4159E63-40BE-23C4-DE88-5FD193BCE437}"/>
          </ac:spMkLst>
        </pc:spChg>
        <pc:spChg chg="add mod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67" creationId="{6E96D9C8-A722-2CEB-97A7-9E57A4DC2651}"/>
          </ac:spMkLst>
        </pc:spChg>
        <pc:spChg chg="add mod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68" creationId="{960571E5-3D0B-076D-10F8-0C72AC4EA96F}"/>
          </ac:spMkLst>
        </pc:spChg>
        <pc:spChg chg="add mod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72" creationId="{4525C715-7C87-BECE-078C-21B5032BE466}"/>
          </ac:spMkLst>
        </pc:spChg>
        <pc:spChg chg="add mod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73" creationId="{CD7B0F9B-BA54-095A-A486-EBE72FCBDE5A}"/>
          </ac:spMkLst>
        </pc:spChg>
        <pc:spChg chg="add mod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77" creationId="{588277D8-1A17-CC25-84B2-52297AC5CEF9}"/>
          </ac:spMkLst>
        </pc:spChg>
        <pc:spChg chg="add mod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78" creationId="{75FDA78C-F764-C202-C67D-0DDCD4A3ED65}"/>
          </ac:spMkLst>
        </pc:spChg>
        <pc:spChg chg="add mod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79" creationId="{2A2DC572-B17E-FBFE-407A-C6EE89A2962E}"/>
          </ac:spMkLst>
        </pc:spChg>
        <pc:spChg chg="add mod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80" creationId="{48ADF83A-FD4B-B65A-B602-22A45ACC96B1}"/>
          </ac:spMkLst>
        </pc:spChg>
        <pc:spChg chg="add mod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81" creationId="{EB808D82-FDB8-3BEF-CA55-6F73EF48CEF0}"/>
          </ac:spMkLst>
        </pc:spChg>
        <pc:spChg chg="add mod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82" creationId="{9CC78804-9D41-F7A2-7D26-0D52243A5C05}"/>
          </ac:spMkLst>
        </pc:spChg>
        <pc:spChg chg="add mod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83" creationId="{24B105D2-C23E-610E-8892-70D18C7A2859}"/>
          </ac:spMkLst>
        </pc:spChg>
        <pc:spChg chg="add del mod">
          <ac:chgData name="Sebastian Ocampo Palacios" userId="2317f3a24a4e3b51" providerId="LiveId" clId="{AFEAE12A-5B73-4265-86D9-CE564404A644}" dt="2022-09-20T04:26:15.199" v="5635"/>
          <ac:spMkLst>
            <pc:docMk/>
            <pc:sldMk cId="1600595909" sldId="295"/>
            <ac:spMk id="84" creationId="{0C7EAB79-0BBD-55CD-F678-3A64B86452A7}"/>
          </ac:spMkLst>
        </pc:spChg>
        <pc:spChg chg="add mod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85" creationId="{8CC0A5C8-E2EE-8D3D-6DB9-AA4071AB7300}"/>
          </ac:spMkLst>
        </pc:spChg>
        <pc:spChg chg="add mod topLvl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86" creationId="{0B635A37-760D-B402-F960-0422D9FEF654}"/>
          </ac:spMkLst>
        </pc:spChg>
        <pc:spChg chg="add mod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87" creationId="{54E46845-2B00-57E9-FF02-ED0235C196F8}"/>
          </ac:spMkLst>
        </pc:spChg>
        <pc:spChg chg="add mod topLvl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88" creationId="{829A0F4B-A256-66F2-4FE4-4206F593C43D}"/>
          </ac:spMkLst>
        </pc:spChg>
        <pc:spChg chg="add mod topLvl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89" creationId="{7695C5AE-C7CB-9D0D-2578-1A1E98202DAC}"/>
          </ac:spMkLst>
        </pc:spChg>
        <pc:spChg chg="add mod topLvl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91" creationId="{D9D62729-7622-043F-AC3A-90CA7742A91A}"/>
          </ac:spMkLst>
        </pc:spChg>
        <pc:spChg chg="add mod topLvl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92" creationId="{E2A560A8-1F84-2D58-50BD-E74EC3593C61}"/>
          </ac:spMkLst>
        </pc:spChg>
        <pc:spChg chg="add mod topLvl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93" creationId="{FB50BB43-3708-41CC-685F-09AA12342BA8}"/>
          </ac:spMkLst>
        </pc:spChg>
        <pc:spChg chg="add mod topLvl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94" creationId="{24BB657E-607D-5721-F2D5-7772483FCB3C}"/>
          </ac:spMkLst>
        </pc:spChg>
        <pc:spChg chg="add mod topLvl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95" creationId="{4A7F40D9-476F-856F-F568-CAC9A5E8A61F}"/>
          </ac:spMkLst>
        </pc:spChg>
        <pc:spChg chg="add mod">
          <ac:chgData name="Sebastian Ocampo Palacios" userId="2317f3a24a4e3b51" providerId="LiveId" clId="{AFEAE12A-5B73-4265-86D9-CE564404A644}" dt="2022-09-21T04:38:16.530" v="14908" actId="164"/>
          <ac:spMkLst>
            <pc:docMk/>
            <pc:sldMk cId="1600595909" sldId="295"/>
            <ac:spMk id="97" creationId="{8D866E11-EE51-A16F-CEE7-E2B20C08227B}"/>
          </ac:spMkLst>
        </pc:spChg>
        <pc:grpChg chg="add mod">
          <ac:chgData name="Sebastian Ocampo Palacios" userId="2317f3a24a4e3b51" providerId="LiveId" clId="{AFEAE12A-5B73-4265-86D9-CE564404A644}" dt="2022-09-21T04:38:16.530" v="14908" actId="164"/>
          <ac:grpSpMkLst>
            <pc:docMk/>
            <pc:sldMk cId="1600595909" sldId="295"/>
            <ac:grpSpMk id="4" creationId="{10ED85D8-35CC-FCD2-37EA-6058254D8258}"/>
          </ac:grpSpMkLst>
        </pc:grpChg>
        <pc:grpChg chg="add del mod">
          <ac:chgData name="Sebastian Ocampo Palacios" userId="2317f3a24a4e3b51" providerId="LiveId" clId="{AFEAE12A-5B73-4265-86D9-CE564404A644}" dt="2022-09-21T04:37:32.322" v="14889" actId="165"/>
          <ac:grpSpMkLst>
            <pc:docMk/>
            <pc:sldMk cId="1600595909" sldId="295"/>
            <ac:grpSpMk id="96" creationId="{9C117E04-392F-2C9A-F968-3CED573A9117}"/>
          </ac:grpSpMkLst>
        </pc:grpChg>
        <pc:picChg chg="add del mod">
          <ac:chgData name="Sebastian Ocampo Palacios" userId="2317f3a24a4e3b51" providerId="LiveId" clId="{AFEAE12A-5B73-4265-86D9-CE564404A644}" dt="2022-09-21T04:37:03.022" v="14879" actId="478"/>
          <ac:picMkLst>
            <pc:docMk/>
            <pc:sldMk cId="1600595909" sldId="295"/>
            <ac:picMk id="3" creationId="{D43475D3-CF7F-EEF9-17E1-2DEB008AC8DD}"/>
          </ac:picMkLst>
        </pc:picChg>
        <pc:picChg chg="add del mod">
          <ac:chgData name="Sebastian Ocampo Palacios" userId="2317f3a24a4e3b51" providerId="LiveId" clId="{AFEAE12A-5B73-4265-86D9-CE564404A644}" dt="2022-09-20T04:29:56.155" v="5740" actId="478"/>
          <ac:picMkLst>
            <pc:docMk/>
            <pc:sldMk cId="1600595909" sldId="295"/>
            <ac:picMk id="4" creationId="{A7B9877B-1DFE-A601-8894-D83EDD534EED}"/>
          </ac:picMkLst>
        </pc:picChg>
        <pc:picChg chg="add mod">
          <ac:chgData name="Sebastian Ocampo Palacios" userId="2317f3a24a4e3b51" providerId="LiveId" clId="{AFEAE12A-5B73-4265-86D9-CE564404A644}" dt="2022-09-21T04:38:16.530" v="14908" actId="164"/>
          <ac:picMkLst>
            <pc:docMk/>
            <pc:sldMk cId="1600595909" sldId="295"/>
            <ac:picMk id="6" creationId="{175E6BAC-6EC5-7A48-267F-2B9FE2AD5BF7}"/>
          </ac:picMkLst>
        </pc:picChg>
        <pc:picChg chg="add mod">
          <ac:chgData name="Sebastian Ocampo Palacios" userId="2317f3a24a4e3b51" providerId="LiveId" clId="{AFEAE12A-5B73-4265-86D9-CE564404A644}" dt="2022-09-21T04:38:16.530" v="14908" actId="164"/>
          <ac:picMkLst>
            <pc:docMk/>
            <pc:sldMk cId="1600595909" sldId="295"/>
            <ac:picMk id="8" creationId="{132E9D94-A57A-1609-527C-B8522AAA30EF}"/>
          </ac:picMkLst>
        </pc:picChg>
        <pc:picChg chg="add mod">
          <ac:chgData name="Sebastian Ocampo Palacios" userId="2317f3a24a4e3b51" providerId="LiveId" clId="{AFEAE12A-5B73-4265-86D9-CE564404A644}" dt="2022-09-21T04:38:16.530" v="14908" actId="164"/>
          <ac:picMkLst>
            <pc:docMk/>
            <pc:sldMk cId="1600595909" sldId="295"/>
            <ac:picMk id="10" creationId="{0A6FA2E4-F02B-6EAE-49B4-2C978700B421}"/>
          </ac:picMkLst>
        </pc:picChg>
        <pc:picChg chg="add mod">
          <ac:chgData name="Sebastian Ocampo Palacios" userId="2317f3a24a4e3b51" providerId="LiveId" clId="{AFEAE12A-5B73-4265-86D9-CE564404A644}" dt="2022-09-21T04:38:16.530" v="14908" actId="164"/>
          <ac:picMkLst>
            <pc:docMk/>
            <pc:sldMk cId="1600595909" sldId="295"/>
            <ac:picMk id="12" creationId="{1B76A75D-0DEB-870B-F9EC-AF993AFA6D0A}"/>
          </ac:picMkLst>
        </pc:picChg>
        <pc:picChg chg="add del mod">
          <ac:chgData name="Sebastian Ocampo Palacios" userId="2317f3a24a4e3b51" providerId="LiveId" clId="{AFEAE12A-5B73-4265-86D9-CE564404A644}" dt="2022-09-20T03:48:55.831" v="4877" actId="478"/>
          <ac:picMkLst>
            <pc:docMk/>
            <pc:sldMk cId="1600595909" sldId="295"/>
            <ac:picMk id="15" creationId="{80109FC6-5868-C505-2B90-052EB52CF402}"/>
          </ac:picMkLst>
        </pc:picChg>
        <pc:picChg chg="add del mod">
          <ac:chgData name="Sebastian Ocampo Palacios" userId="2317f3a24a4e3b51" providerId="LiveId" clId="{AFEAE12A-5B73-4265-86D9-CE564404A644}" dt="2022-09-20T04:29:58.164" v="5741" actId="478"/>
          <ac:picMkLst>
            <pc:docMk/>
            <pc:sldMk cId="1600595909" sldId="295"/>
            <ac:picMk id="17" creationId="{F7E452E2-F180-46E6-6FE4-E510630BA651}"/>
          </ac:picMkLst>
        </pc:picChg>
        <pc:picChg chg="add mod">
          <ac:chgData name="Sebastian Ocampo Palacios" userId="2317f3a24a4e3b51" providerId="LiveId" clId="{AFEAE12A-5B73-4265-86D9-CE564404A644}" dt="2022-09-21T04:38:16.530" v="14908" actId="164"/>
          <ac:picMkLst>
            <pc:docMk/>
            <pc:sldMk cId="1600595909" sldId="295"/>
            <ac:picMk id="19" creationId="{B6FEC2BB-F97A-7261-FF1E-FFE238E45861}"/>
          </ac:picMkLst>
        </pc:picChg>
        <pc:picChg chg="add del mod">
          <ac:chgData name="Sebastian Ocampo Palacios" userId="2317f3a24a4e3b51" providerId="LiveId" clId="{AFEAE12A-5B73-4265-86D9-CE564404A644}" dt="2022-09-20T04:29:54.607" v="5739" actId="478"/>
          <ac:picMkLst>
            <pc:docMk/>
            <pc:sldMk cId="1600595909" sldId="295"/>
            <ac:picMk id="21" creationId="{F5210638-4D22-DC24-EE86-6CCFA6096491}"/>
          </ac:picMkLst>
        </pc:picChg>
        <pc:picChg chg="add del mod">
          <ac:chgData name="Sebastian Ocampo Palacios" userId="2317f3a24a4e3b51" providerId="LiveId" clId="{AFEAE12A-5B73-4265-86D9-CE564404A644}" dt="2022-09-20T04:19:46.068" v="5367" actId="478"/>
          <ac:picMkLst>
            <pc:docMk/>
            <pc:sldMk cId="1600595909" sldId="295"/>
            <ac:picMk id="38" creationId="{A436BA17-4FF3-8028-F7DA-5A415501ADD6}"/>
          </ac:picMkLst>
        </pc:picChg>
        <pc:picChg chg="add del mod">
          <ac:chgData name="Sebastian Ocampo Palacios" userId="2317f3a24a4e3b51" providerId="LiveId" clId="{AFEAE12A-5B73-4265-86D9-CE564404A644}" dt="2022-09-21T04:05:22.129" v="14796" actId="478"/>
          <ac:picMkLst>
            <pc:docMk/>
            <pc:sldMk cId="1600595909" sldId="295"/>
            <ac:picMk id="47" creationId="{C6121FE1-9793-9280-7559-D13FB47A8FB2}"/>
          </ac:picMkLst>
        </pc:picChg>
        <pc:picChg chg="add mod">
          <ac:chgData name="Sebastian Ocampo Palacios" userId="2317f3a24a4e3b51" providerId="LiveId" clId="{AFEAE12A-5B73-4265-86D9-CE564404A644}" dt="2022-09-21T04:38:16.530" v="14908" actId="164"/>
          <ac:picMkLst>
            <pc:docMk/>
            <pc:sldMk cId="1600595909" sldId="295"/>
            <ac:picMk id="57" creationId="{91E5A2B2-B5D0-DAFF-EACA-8042F1D0DA37}"/>
          </ac:picMkLst>
        </pc:picChg>
        <pc:picChg chg="add del mod">
          <ac:chgData name="Sebastian Ocampo Palacios" userId="2317f3a24a4e3b51" providerId="LiveId" clId="{AFEAE12A-5B73-4265-86D9-CE564404A644}" dt="2022-09-20T04:37:12.963" v="6144" actId="478"/>
          <ac:picMkLst>
            <pc:docMk/>
            <pc:sldMk cId="1600595909" sldId="295"/>
            <ac:picMk id="90" creationId="{20F3FE6B-76FC-D68A-C77B-04A1237FD860}"/>
          </ac:picMkLst>
        </pc:picChg>
        <pc:cxnChg chg="add mod">
          <ac:chgData name="Sebastian Ocampo Palacios" userId="2317f3a24a4e3b51" providerId="LiveId" clId="{AFEAE12A-5B73-4265-86D9-CE564404A644}" dt="2022-09-21T04:38:16.530" v="14908" actId="164"/>
          <ac:cxnSpMkLst>
            <pc:docMk/>
            <pc:sldMk cId="1600595909" sldId="295"/>
            <ac:cxnSpMk id="24" creationId="{7A694D2B-70F5-7DAB-B2C3-820A992B0AFA}"/>
          </ac:cxnSpMkLst>
        </pc:cxnChg>
        <pc:cxnChg chg="add del mod">
          <ac:chgData name="Sebastian Ocampo Palacios" userId="2317f3a24a4e3b51" providerId="LiveId" clId="{AFEAE12A-5B73-4265-86D9-CE564404A644}" dt="2022-09-20T04:10:16.085" v="5012" actId="478"/>
          <ac:cxnSpMkLst>
            <pc:docMk/>
            <pc:sldMk cId="1600595909" sldId="295"/>
            <ac:cxnSpMk id="26" creationId="{4454CDC5-D130-00FA-E876-89073671472B}"/>
          </ac:cxnSpMkLst>
        </pc:cxnChg>
        <pc:cxnChg chg="add mod">
          <ac:chgData name="Sebastian Ocampo Palacios" userId="2317f3a24a4e3b51" providerId="LiveId" clId="{AFEAE12A-5B73-4265-86D9-CE564404A644}" dt="2022-09-21T04:38:16.530" v="14908" actId="164"/>
          <ac:cxnSpMkLst>
            <pc:docMk/>
            <pc:sldMk cId="1600595909" sldId="295"/>
            <ac:cxnSpMk id="28" creationId="{1E785786-D397-AA5A-9430-54E1CAFE04F2}"/>
          </ac:cxnSpMkLst>
        </pc:cxnChg>
        <pc:cxnChg chg="add mod">
          <ac:chgData name="Sebastian Ocampo Palacios" userId="2317f3a24a4e3b51" providerId="LiveId" clId="{AFEAE12A-5B73-4265-86D9-CE564404A644}" dt="2022-09-21T04:38:16.530" v="14908" actId="164"/>
          <ac:cxnSpMkLst>
            <pc:docMk/>
            <pc:sldMk cId="1600595909" sldId="295"/>
            <ac:cxnSpMk id="33" creationId="{65A6A8C8-827E-27C5-0BC4-07E309253E28}"/>
          </ac:cxnSpMkLst>
        </pc:cxnChg>
        <pc:cxnChg chg="add mod">
          <ac:chgData name="Sebastian Ocampo Palacios" userId="2317f3a24a4e3b51" providerId="LiveId" clId="{AFEAE12A-5B73-4265-86D9-CE564404A644}" dt="2022-09-21T04:38:16.530" v="14908" actId="164"/>
          <ac:cxnSpMkLst>
            <pc:docMk/>
            <pc:sldMk cId="1600595909" sldId="295"/>
            <ac:cxnSpMk id="41" creationId="{9928516F-1D07-57F9-A879-E8B8838999C1}"/>
          </ac:cxnSpMkLst>
        </pc:cxnChg>
        <pc:cxnChg chg="add mod">
          <ac:chgData name="Sebastian Ocampo Palacios" userId="2317f3a24a4e3b51" providerId="LiveId" clId="{AFEAE12A-5B73-4265-86D9-CE564404A644}" dt="2022-09-21T04:38:16.530" v="14908" actId="164"/>
          <ac:cxnSpMkLst>
            <pc:docMk/>
            <pc:sldMk cId="1600595909" sldId="295"/>
            <ac:cxnSpMk id="49" creationId="{E5AAA11D-A6DE-D725-0080-E44B9412FBC0}"/>
          </ac:cxnSpMkLst>
        </pc:cxnChg>
        <pc:cxnChg chg="add mod">
          <ac:chgData name="Sebastian Ocampo Palacios" userId="2317f3a24a4e3b51" providerId="LiveId" clId="{AFEAE12A-5B73-4265-86D9-CE564404A644}" dt="2022-09-21T04:38:16.530" v="14908" actId="164"/>
          <ac:cxnSpMkLst>
            <pc:docMk/>
            <pc:sldMk cId="1600595909" sldId="295"/>
            <ac:cxnSpMk id="58" creationId="{BE160CE6-1965-8C73-D548-D559A686E57A}"/>
          </ac:cxnSpMkLst>
        </pc:cxnChg>
        <pc:cxnChg chg="add mod">
          <ac:chgData name="Sebastian Ocampo Palacios" userId="2317f3a24a4e3b51" providerId="LiveId" clId="{AFEAE12A-5B73-4265-86D9-CE564404A644}" dt="2022-09-21T04:38:16.530" v="14908" actId="164"/>
          <ac:cxnSpMkLst>
            <pc:docMk/>
            <pc:sldMk cId="1600595909" sldId="295"/>
            <ac:cxnSpMk id="61" creationId="{4BB9CDEE-A908-F264-754A-F362CE3D53DE}"/>
          </ac:cxnSpMkLst>
        </pc:cxnChg>
      </pc:sldChg>
      <pc:sldChg chg="addSp delSp modSp add del mod ord">
        <pc:chgData name="Sebastian Ocampo Palacios" userId="2317f3a24a4e3b51" providerId="LiveId" clId="{AFEAE12A-5B73-4265-86D9-CE564404A644}" dt="2022-09-21T03:07:43.937" v="12950" actId="2696"/>
        <pc:sldMkLst>
          <pc:docMk/>
          <pc:sldMk cId="3917319729" sldId="296"/>
        </pc:sldMkLst>
        <pc:spChg chg="mod">
          <ac:chgData name="Sebastian Ocampo Palacios" userId="2317f3a24a4e3b51" providerId="LiveId" clId="{AFEAE12A-5B73-4265-86D9-CE564404A644}" dt="2022-09-20T03:04:28.958" v="4273" actId="20577"/>
          <ac:spMkLst>
            <pc:docMk/>
            <pc:sldMk cId="3917319729" sldId="296"/>
            <ac:spMk id="3" creationId="{8554DC9F-2C8D-91BD-75AF-3F8F7BCBA389}"/>
          </ac:spMkLst>
        </pc:spChg>
        <pc:spChg chg="mod">
          <ac:chgData name="Sebastian Ocampo Palacios" userId="2317f3a24a4e3b51" providerId="LiveId" clId="{AFEAE12A-5B73-4265-86D9-CE564404A644}" dt="2022-09-20T03:02:09.983" v="4199" actId="20577"/>
          <ac:spMkLst>
            <pc:docMk/>
            <pc:sldMk cId="3917319729" sldId="296"/>
            <ac:spMk id="5" creationId="{7EBF0833-062A-A5B9-DBE1-E03273052133}"/>
          </ac:spMkLst>
        </pc:spChg>
        <pc:spChg chg="add mod">
          <ac:chgData name="Sebastian Ocampo Palacios" userId="2317f3a24a4e3b51" providerId="LiveId" clId="{AFEAE12A-5B73-4265-86D9-CE564404A644}" dt="2022-09-21T02:34:10.984" v="12102" actId="1076"/>
          <ac:spMkLst>
            <pc:docMk/>
            <pc:sldMk cId="3917319729" sldId="296"/>
            <ac:spMk id="11" creationId="{7F09A02E-6B75-EB10-8E9A-D87D0B293953}"/>
          </ac:spMkLst>
        </pc:spChg>
        <pc:graphicFrameChg chg="add del mod">
          <ac:chgData name="Sebastian Ocampo Palacios" userId="2317f3a24a4e3b51" providerId="LiveId" clId="{AFEAE12A-5B73-4265-86D9-CE564404A644}" dt="2022-09-20T03:01:33.283" v="4183"/>
          <ac:graphicFrameMkLst>
            <pc:docMk/>
            <pc:sldMk cId="3917319729" sldId="296"/>
            <ac:graphicFrameMk id="7" creationId="{08D9D70B-7186-DE7D-5479-54F15670C2C0}"/>
          </ac:graphicFrameMkLst>
        </pc:graphicFrameChg>
        <pc:graphicFrameChg chg="add del mod">
          <ac:chgData name="Sebastian Ocampo Palacios" userId="2317f3a24a4e3b51" providerId="LiveId" clId="{AFEAE12A-5B73-4265-86D9-CE564404A644}" dt="2022-09-20T03:05:30.777" v="4276"/>
          <ac:graphicFrameMkLst>
            <pc:docMk/>
            <pc:sldMk cId="3917319729" sldId="296"/>
            <ac:graphicFrameMk id="9" creationId="{9EBF09A8-41D2-A560-0F4D-C74D374B251F}"/>
          </ac:graphicFrameMkLst>
        </pc:graphicFrameChg>
        <pc:picChg chg="add del mod">
          <ac:chgData name="Sebastian Ocampo Palacios" userId="2317f3a24a4e3b51" providerId="LiveId" clId="{AFEAE12A-5B73-4265-86D9-CE564404A644}" dt="2022-09-20T03:01:31.719" v="4181" actId="478"/>
          <ac:picMkLst>
            <pc:docMk/>
            <pc:sldMk cId="3917319729" sldId="296"/>
            <ac:picMk id="2" creationId="{9B711737-ECE6-810B-6EAA-4CB124C3BCE7}"/>
          </ac:picMkLst>
        </pc:picChg>
        <pc:picChg chg="del mod">
          <ac:chgData name="Sebastian Ocampo Palacios" userId="2317f3a24a4e3b51" providerId="LiveId" clId="{AFEAE12A-5B73-4265-86D9-CE564404A644}" dt="2022-09-20T03:00:38.086" v="4141" actId="478"/>
          <ac:picMkLst>
            <pc:docMk/>
            <pc:sldMk cId="3917319729" sldId="296"/>
            <ac:picMk id="4" creationId="{01212884-6238-7FB6-C073-BCB75097DE35}"/>
          </ac:picMkLst>
        </pc:picChg>
        <pc:picChg chg="add del mod">
          <ac:chgData name="Sebastian Ocampo Palacios" userId="2317f3a24a4e3b51" providerId="LiveId" clId="{AFEAE12A-5B73-4265-86D9-CE564404A644}" dt="2022-09-20T03:05:29.426" v="4274" actId="478"/>
          <ac:picMkLst>
            <pc:docMk/>
            <pc:sldMk cId="3917319729" sldId="296"/>
            <ac:picMk id="8" creationId="{A56112B2-16EF-8CDF-6A7E-3AFED48327F6}"/>
          </ac:picMkLst>
        </pc:picChg>
        <pc:picChg chg="add mod">
          <ac:chgData name="Sebastian Ocampo Palacios" userId="2317f3a24a4e3b51" providerId="LiveId" clId="{AFEAE12A-5B73-4265-86D9-CE564404A644}" dt="2022-09-20T03:36:12.221" v="4787" actId="1076"/>
          <ac:picMkLst>
            <pc:docMk/>
            <pc:sldMk cId="3917319729" sldId="296"/>
            <ac:picMk id="10" creationId="{8E96EE77-6972-E4FB-9664-3748881E5793}"/>
          </ac:picMkLst>
        </pc:picChg>
      </pc:sldChg>
      <pc:sldChg chg="modSp add mod ord">
        <pc:chgData name="Sebastian Ocampo Palacios" userId="2317f3a24a4e3b51" providerId="LiveId" clId="{AFEAE12A-5B73-4265-86D9-CE564404A644}" dt="2022-09-21T04:12:05.025" v="14868" actId="20577"/>
        <pc:sldMkLst>
          <pc:docMk/>
          <pc:sldMk cId="2947938406" sldId="297"/>
        </pc:sldMkLst>
        <pc:spChg chg="mod">
          <ac:chgData name="Sebastian Ocampo Palacios" userId="2317f3a24a4e3b51" providerId="LiveId" clId="{AFEAE12A-5B73-4265-86D9-CE564404A644}" dt="2022-09-20T05:02:56.995" v="6544" actId="20577"/>
          <ac:spMkLst>
            <pc:docMk/>
            <pc:sldMk cId="2947938406" sldId="297"/>
            <ac:spMk id="2" creationId="{FDA85F22-8955-7AE1-BFEC-CEA46AB3178B}"/>
          </ac:spMkLst>
        </pc:spChg>
        <pc:spChg chg="mod">
          <ac:chgData name="Sebastian Ocampo Palacios" userId="2317f3a24a4e3b51" providerId="LiveId" clId="{AFEAE12A-5B73-4265-86D9-CE564404A644}" dt="2022-09-21T04:12:05.025" v="14868" actId="20577"/>
          <ac:spMkLst>
            <pc:docMk/>
            <pc:sldMk cId="2947938406" sldId="297"/>
            <ac:spMk id="7" creationId="{91C4126D-B9E9-A49F-3D38-A626340D5DE1}"/>
          </ac:spMkLst>
        </pc:spChg>
      </pc:sldChg>
      <pc:sldChg chg="addSp delSp modSp new mod ord">
        <pc:chgData name="Sebastian Ocampo Palacios" userId="2317f3a24a4e3b51" providerId="LiveId" clId="{AFEAE12A-5B73-4265-86D9-CE564404A644}" dt="2022-09-21T05:04:05.524" v="15801" actId="20577"/>
        <pc:sldMkLst>
          <pc:docMk/>
          <pc:sldMk cId="3683634423" sldId="298"/>
        </pc:sldMkLst>
        <pc:spChg chg="add mod">
          <ac:chgData name="Sebastian Ocampo Palacios" userId="2317f3a24a4e3b51" providerId="LiveId" clId="{AFEAE12A-5B73-4265-86D9-CE564404A644}" dt="2022-09-21T03:45:56.994" v="14541" actId="20577"/>
          <ac:spMkLst>
            <pc:docMk/>
            <pc:sldMk cId="3683634423" sldId="298"/>
            <ac:spMk id="3" creationId="{C0BA9E09-8EE7-F591-A36D-9204A344FD27}"/>
          </ac:spMkLst>
        </pc:spChg>
        <pc:spChg chg="add del mod">
          <ac:chgData name="Sebastian Ocampo Palacios" userId="2317f3a24a4e3b51" providerId="LiveId" clId="{AFEAE12A-5B73-4265-86D9-CE564404A644}" dt="2022-09-21T03:26:39.820" v="13248" actId="478"/>
          <ac:spMkLst>
            <pc:docMk/>
            <pc:sldMk cId="3683634423" sldId="298"/>
            <ac:spMk id="4" creationId="{3732E73F-B0FF-356D-4987-5186DCA4C308}"/>
          </ac:spMkLst>
        </pc:spChg>
        <pc:spChg chg="add mod">
          <ac:chgData name="Sebastian Ocampo Palacios" userId="2317f3a24a4e3b51" providerId="LiveId" clId="{AFEAE12A-5B73-4265-86D9-CE564404A644}" dt="2022-09-21T05:04:05.524" v="15801" actId="20577"/>
          <ac:spMkLst>
            <pc:docMk/>
            <pc:sldMk cId="3683634423" sldId="298"/>
            <ac:spMk id="6" creationId="{6FF0C3D0-40A7-FA90-A617-C86E8C9FA648}"/>
          </ac:spMkLst>
        </pc:spChg>
        <pc:spChg chg="add mod">
          <ac:chgData name="Sebastian Ocampo Palacios" userId="2317f3a24a4e3b51" providerId="LiveId" clId="{AFEAE12A-5B73-4265-86D9-CE564404A644}" dt="2022-09-21T04:28:17.486" v="14873" actId="207"/>
          <ac:spMkLst>
            <pc:docMk/>
            <pc:sldMk cId="3683634423" sldId="298"/>
            <ac:spMk id="9" creationId="{BE85CA29-1AB4-3062-187B-EBD3E04724F2}"/>
          </ac:spMkLst>
        </pc:spChg>
        <pc:graphicFrameChg chg="add del mod">
          <ac:chgData name="Sebastian Ocampo Palacios" userId="2317f3a24a4e3b51" providerId="LiveId" clId="{AFEAE12A-5B73-4265-86D9-CE564404A644}" dt="2022-09-20T03:37:38.863" v="4813"/>
          <ac:graphicFrameMkLst>
            <pc:docMk/>
            <pc:sldMk cId="3683634423" sldId="298"/>
            <ac:graphicFrameMk id="2" creationId="{1FA04167-C551-D560-0C61-240F71EE2965}"/>
          </ac:graphicFrameMkLst>
        </pc:graphicFrameChg>
        <pc:graphicFrameChg chg="add del mod">
          <ac:chgData name="Sebastian Ocampo Palacios" userId="2317f3a24a4e3b51" providerId="LiveId" clId="{AFEAE12A-5B73-4265-86D9-CE564404A644}" dt="2022-09-21T03:26:41.638" v="13250"/>
          <ac:graphicFrameMkLst>
            <pc:docMk/>
            <pc:sldMk cId="3683634423" sldId="298"/>
            <ac:graphicFrameMk id="2" creationId="{471429E0-7416-7125-6D09-4F14532E7032}"/>
          </ac:graphicFrameMkLst>
        </pc:graphicFrameChg>
        <pc:graphicFrameChg chg="add del mod">
          <ac:chgData name="Sebastian Ocampo Palacios" userId="2317f3a24a4e3b51" providerId="LiveId" clId="{AFEAE12A-5B73-4265-86D9-CE564404A644}" dt="2022-09-21T03:42:19.806" v="14112"/>
          <ac:graphicFrameMkLst>
            <pc:docMk/>
            <pc:sldMk cId="3683634423" sldId="298"/>
            <ac:graphicFrameMk id="7" creationId="{81D9A4FC-61AD-3A10-0F90-57866259E657}"/>
          </ac:graphicFrameMkLst>
        </pc:graphicFrameChg>
        <pc:picChg chg="add del mod">
          <ac:chgData name="Sebastian Ocampo Palacios" userId="2317f3a24a4e3b51" providerId="LiveId" clId="{AFEAE12A-5B73-4265-86D9-CE564404A644}" dt="2022-09-21T03:41:45.468" v="14106" actId="478"/>
          <ac:picMkLst>
            <pc:docMk/>
            <pc:sldMk cId="3683634423" sldId="298"/>
            <ac:picMk id="5" creationId="{2E52DC50-697C-1ADD-8A02-CDCACC36F2D7}"/>
          </ac:picMkLst>
        </pc:picChg>
        <pc:picChg chg="add del mod">
          <ac:chgData name="Sebastian Ocampo Palacios" userId="2317f3a24a4e3b51" providerId="LiveId" clId="{AFEAE12A-5B73-4265-86D9-CE564404A644}" dt="2022-09-21T03:43:51.847" v="14288" actId="21"/>
          <ac:picMkLst>
            <pc:docMk/>
            <pc:sldMk cId="3683634423" sldId="298"/>
            <ac:picMk id="8" creationId="{40825288-59B4-02F2-DB68-8FB20B127EC5}"/>
          </ac:picMkLst>
        </pc:picChg>
      </pc:sldChg>
      <pc:sldChg chg="addSp delSp modSp add mod ord modNotesTx">
        <pc:chgData name="Sebastian Ocampo Palacios" userId="2317f3a24a4e3b51" providerId="LiveId" clId="{AFEAE12A-5B73-4265-86D9-CE564404A644}" dt="2022-09-21T03:24:45.220" v="13221" actId="20577"/>
        <pc:sldMkLst>
          <pc:docMk/>
          <pc:sldMk cId="1055078757" sldId="299"/>
        </pc:sldMkLst>
        <pc:spChg chg="add del mod">
          <ac:chgData name="Sebastian Ocampo Palacios" userId="2317f3a24a4e3b51" providerId="LiveId" clId="{AFEAE12A-5B73-4265-86D9-CE564404A644}" dt="2022-09-21T00:02:25.946" v="8290" actId="478"/>
          <ac:spMkLst>
            <pc:docMk/>
            <pc:sldMk cId="1055078757" sldId="299"/>
            <ac:spMk id="2" creationId="{23E9929C-A5FF-96D9-9978-C0B460EF32AB}"/>
          </ac:spMkLst>
        </pc:spChg>
        <pc:spChg chg="mod">
          <ac:chgData name="Sebastian Ocampo Palacios" userId="2317f3a24a4e3b51" providerId="LiveId" clId="{AFEAE12A-5B73-4265-86D9-CE564404A644}" dt="2022-09-21T01:39:44.499" v="10873" actId="20577"/>
          <ac:spMkLst>
            <pc:docMk/>
            <pc:sldMk cId="1055078757" sldId="299"/>
            <ac:spMk id="3" creationId="{C0BA9E09-8EE7-F591-A36D-9204A344FD27}"/>
          </ac:spMkLst>
        </pc:spChg>
        <pc:spChg chg="add mod">
          <ac:chgData name="Sebastian Ocampo Palacios" userId="2317f3a24a4e3b51" providerId="LiveId" clId="{AFEAE12A-5B73-4265-86D9-CE564404A644}" dt="2022-09-21T01:39:25.053" v="10843" actId="115"/>
          <ac:spMkLst>
            <pc:docMk/>
            <pc:sldMk cId="1055078757" sldId="299"/>
            <ac:spMk id="4" creationId="{E1AC4CB2-851D-6259-8B38-82EACC76D9E7}"/>
          </ac:spMkLst>
        </pc:spChg>
        <pc:spChg chg="add mod">
          <ac:chgData name="Sebastian Ocampo Palacios" userId="2317f3a24a4e3b51" providerId="LiveId" clId="{AFEAE12A-5B73-4265-86D9-CE564404A644}" dt="2022-09-21T01:42:02.248" v="11287" actId="1076"/>
          <ac:spMkLst>
            <pc:docMk/>
            <pc:sldMk cId="1055078757" sldId="299"/>
            <ac:spMk id="8" creationId="{92D28054-2EE0-5150-3EE0-3E91BBD15EDD}"/>
          </ac:spMkLst>
        </pc:spChg>
        <pc:spChg chg="add del mod">
          <ac:chgData name="Sebastian Ocampo Palacios" userId="2317f3a24a4e3b51" providerId="LiveId" clId="{AFEAE12A-5B73-4265-86D9-CE564404A644}" dt="2022-09-21T03:12:30.028" v="12951" actId="478"/>
          <ac:spMkLst>
            <pc:docMk/>
            <pc:sldMk cId="1055078757" sldId="299"/>
            <ac:spMk id="9" creationId="{D0C1277D-BF82-433E-2876-2FE69082616B}"/>
          </ac:spMkLst>
        </pc:spChg>
        <pc:spChg chg="add mod">
          <ac:chgData name="Sebastian Ocampo Palacios" userId="2317f3a24a4e3b51" providerId="LiveId" clId="{AFEAE12A-5B73-4265-86D9-CE564404A644}" dt="2022-09-21T03:24:45.220" v="13221" actId="20577"/>
          <ac:spMkLst>
            <pc:docMk/>
            <pc:sldMk cId="1055078757" sldId="299"/>
            <ac:spMk id="10" creationId="{F33CE9F7-FADF-1930-97C4-81C498F89A7E}"/>
          </ac:spMkLst>
        </pc:spChg>
        <pc:graphicFrameChg chg="add del mod modGraphic">
          <ac:chgData name="Sebastian Ocampo Palacios" userId="2317f3a24a4e3b51" providerId="LiveId" clId="{AFEAE12A-5B73-4265-86D9-CE564404A644}" dt="2022-09-21T01:31:58.093" v="10438" actId="478"/>
          <ac:graphicFrameMkLst>
            <pc:docMk/>
            <pc:sldMk cId="1055078757" sldId="299"/>
            <ac:graphicFrameMk id="5" creationId="{5567E65E-1CB5-F653-0D4F-EE6F72E18338}"/>
          </ac:graphicFrameMkLst>
        </pc:graphicFrameChg>
        <pc:graphicFrameChg chg="add del mod">
          <ac:chgData name="Sebastian Ocampo Palacios" userId="2317f3a24a4e3b51" providerId="LiveId" clId="{AFEAE12A-5B73-4265-86D9-CE564404A644}" dt="2022-09-21T01:35:08.777" v="10645"/>
          <ac:graphicFrameMkLst>
            <pc:docMk/>
            <pc:sldMk cId="1055078757" sldId="299"/>
            <ac:graphicFrameMk id="6" creationId="{4E321D6D-67CE-55DD-6E56-56B83752E88A}"/>
          </ac:graphicFrameMkLst>
        </pc:graphicFrameChg>
        <pc:graphicFrameChg chg="add del mod">
          <ac:chgData name="Sebastian Ocampo Palacios" userId="2317f3a24a4e3b51" providerId="LiveId" clId="{AFEAE12A-5B73-4265-86D9-CE564404A644}" dt="2022-09-21T01:38:42.501" v="10781" actId="21"/>
          <ac:graphicFrameMkLst>
            <pc:docMk/>
            <pc:sldMk cId="1055078757" sldId="299"/>
            <ac:graphicFrameMk id="7" creationId="{CB9CFCD2-FD25-702D-5C4D-A166C5387C10}"/>
          </ac:graphicFrameMkLst>
        </pc:graphicFrameChg>
        <pc:picChg chg="add del mod">
          <ac:chgData name="Sebastian Ocampo Palacios" userId="2317f3a24a4e3b51" providerId="LiveId" clId="{AFEAE12A-5B73-4265-86D9-CE564404A644}" dt="2022-09-21T03:19:02.496" v="13104" actId="478"/>
          <ac:picMkLst>
            <pc:docMk/>
            <pc:sldMk cId="1055078757" sldId="299"/>
            <ac:picMk id="12" creationId="{29FE47DA-93B8-6558-DAF3-DC0C38562F75}"/>
          </ac:picMkLst>
        </pc:picChg>
        <pc:picChg chg="add del mod">
          <ac:chgData name="Sebastian Ocampo Palacios" userId="2317f3a24a4e3b51" providerId="LiveId" clId="{AFEAE12A-5B73-4265-86D9-CE564404A644}" dt="2022-09-21T03:22:21.245" v="13143" actId="478"/>
          <ac:picMkLst>
            <pc:docMk/>
            <pc:sldMk cId="1055078757" sldId="299"/>
            <ac:picMk id="14" creationId="{E79277ED-A05F-4DCF-9647-15393F30B74E}"/>
          </ac:picMkLst>
        </pc:picChg>
      </pc:sldChg>
      <pc:sldChg chg="add del">
        <pc:chgData name="Sebastian Ocampo Palacios" userId="2317f3a24a4e3b51" providerId="LiveId" clId="{AFEAE12A-5B73-4265-86D9-CE564404A644}" dt="2022-09-20T03:44:35.076" v="4867" actId="2696"/>
        <pc:sldMkLst>
          <pc:docMk/>
          <pc:sldMk cId="1746948384" sldId="300"/>
        </pc:sldMkLst>
      </pc:sldChg>
      <pc:sldChg chg="addSp modSp new del mod">
        <pc:chgData name="Sebastian Ocampo Palacios" userId="2317f3a24a4e3b51" providerId="LiveId" clId="{AFEAE12A-5B73-4265-86D9-CE564404A644}" dt="2022-09-21T03:27:20.349" v="13253" actId="2696"/>
        <pc:sldMkLst>
          <pc:docMk/>
          <pc:sldMk cId="4218912189" sldId="301"/>
        </pc:sldMkLst>
        <pc:spChg chg="add mod">
          <ac:chgData name="Sebastian Ocampo Palacios" userId="2317f3a24a4e3b51" providerId="LiveId" clId="{AFEAE12A-5B73-4265-86D9-CE564404A644}" dt="2022-09-20T03:41:46.232" v="4864" actId="1076"/>
          <ac:spMkLst>
            <pc:docMk/>
            <pc:sldMk cId="4218912189" sldId="301"/>
            <ac:spMk id="4" creationId="{95EFB1FD-A368-E66F-AE09-044D5311CE7C}"/>
          </ac:spMkLst>
        </pc:spChg>
      </pc:sldChg>
      <pc:sldChg chg="addSp delSp modSp add mod ord">
        <pc:chgData name="Sebastian Ocampo Palacios" userId="2317f3a24a4e3b51" providerId="LiveId" clId="{AFEAE12A-5B73-4265-86D9-CE564404A644}" dt="2022-09-21T02:13:39.225" v="12101" actId="20577"/>
        <pc:sldMkLst>
          <pc:docMk/>
          <pc:sldMk cId="1360106205" sldId="302"/>
        </pc:sldMkLst>
        <pc:spChg chg="add del mod">
          <ac:chgData name="Sebastian Ocampo Palacios" userId="2317f3a24a4e3b51" providerId="LiveId" clId="{AFEAE12A-5B73-4265-86D9-CE564404A644}" dt="2022-09-21T01:46:21.976" v="11306"/>
          <ac:spMkLst>
            <pc:docMk/>
            <pc:sldMk cId="1360106205" sldId="302"/>
            <ac:spMk id="2" creationId="{38AB8837-C961-8D31-9D66-9417D0232AC8}"/>
          </ac:spMkLst>
        </pc:spChg>
        <pc:spChg chg="del">
          <ac:chgData name="Sebastian Ocampo Palacios" userId="2317f3a24a4e3b51" providerId="LiveId" clId="{AFEAE12A-5B73-4265-86D9-CE564404A644}" dt="2022-09-20T05:23:17.248" v="7081" actId="478"/>
          <ac:spMkLst>
            <pc:docMk/>
            <pc:sldMk cId="1360106205" sldId="302"/>
            <ac:spMk id="3" creationId="{8554DC9F-2C8D-91BD-75AF-3F8F7BCBA389}"/>
          </ac:spMkLst>
        </pc:spChg>
        <pc:spChg chg="add del mod">
          <ac:chgData name="Sebastian Ocampo Palacios" userId="2317f3a24a4e3b51" providerId="LiveId" clId="{AFEAE12A-5B73-4265-86D9-CE564404A644}" dt="2022-09-21T01:46:21.695" v="11305"/>
          <ac:spMkLst>
            <pc:docMk/>
            <pc:sldMk cId="1360106205" sldId="302"/>
            <ac:spMk id="3" creationId="{9975E6D1-196F-19EF-70B9-27EB72D7D144}"/>
          </ac:spMkLst>
        </pc:spChg>
        <pc:spChg chg="add del mod">
          <ac:chgData name="Sebastian Ocampo Palacios" userId="2317f3a24a4e3b51" providerId="LiveId" clId="{AFEAE12A-5B73-4265-86D9-CE564404A644}" dt="2022-09-21T01:46:36.391" v="11310" actId="478"/>
          <ac:spMkLst>
            <pc:docMk/>
            <pc:sldMk cId="1360106205" sldId="302"/>
            <ac:spMk id="4" creationId="{8166B08B-A77A-229C-8585-A02C460E949D}"/>
          </ac:spMkLst>
        </pc:spChg>
        <pc:spChg chg="add del mod">
          <ac:chgData name="Sebastian Ocampo Palacios" userId="2317f3a24a4e3b51" providerId="LiveId" clId="{AFEAE12A-5B73-4265-86D9-CE564404A644}" dt="2022-09-20T05:23:21.424" v="7082" actId="478"/>
          <ac:spMkLst>
            <pc:docMk/>
            <pc:sldMk cId="1360106205" sldId="302"/>
            <ac:spMk id="4" creationId="{FA5758F1-D24F-683D-B457-6EE529628B56}"/>
          </ac:spMkLst>
        </pc:spChg>
        <pc:spChg chg="mod">
          <ac:chgData name="Sebastian Ocampo Palacios" userId="2317f3a24a4e3b51" providerId="LiveId" clId="{AFEAE12A-5B73-4265-86D9-CE564404A644}" dt="2022-09-21T02:13:06.163" v="11994" actId="20577"/>
          <ac:spMkLst>
            <pc:docMk/>
            <pc:sldMk cId="1360106205" sldId="302"/>
            <ac:spMk id="5" creationId="{7EBF0833-062A-A5B9-DBE1-E03273052133}"/>
          </ac:spMkLst>
        </pc:spChg>
        <pc:spChg chg="add del mod">
          <ac:chgData name="Sebastian Ocampo Palacios" userId="2317f3a24a4e3b51" providerId="LiveId" clId="{AFEAE12A-5B73-4265-86D9-CE564404A644}" dt="2022-09-21T01:42:28.750" v="11289" actId="478"/>
          <ac:spMkLst>
            <pc:docMk/>
            <pc:sldMk cId="1360106205" sldId="302"/>
            <ac:spMk id="6" creationId="{E7391E8C-C76E-E9B4-E93E-96568ADCCE70}"/>
          </ac:spMkLst>
        </pc:spChg>
        <pc:spChg chg="mod">
          <ac:chgData name="Sebastian Ocampo Palacios" userId="2317f3a24a4e3b51" providerId="LiveId" clId="{AFEAE12A-5B73-4265-86D9-CE564404A644}" dt="2022-09-21T01:46:31.344" v="11308"/>
          <ac:spMkLst>
            <pc:docMk/>
            <pc:sldMk cId="1360106205" sldId="302"/>
            <ac:spMk id="8" creationId="{D8C80D1D-593F-85C2-D78C-6548C6205A43}"/>
          </ac:spMkLst>
        </pc:spChg>
        <pc:spChg chg="del">
          <ac:chgData name="Sebastian Ocampo Palacios" userId="2317f3a24a4e3b51" providerId="LiveId" clId="{AFEAE12A-5B73-4265-86D9-CE564404A644}" dt="2022-09-21T01:46:41.427" v="11311" actId="478"/>
          <ac:spMkLst>
            <pc:docMk/>
            <pc:sldMk cId="1360106205" sldId="302"/>
            <ac:spMk id="10" creationId="{BD6B6C20-33EC-7844-D8B4-A44A80BD540A}"/>
          </ac:spMkLst>
        </pc:spChg>
        <pc:spChg chg="mod">
          <ac:chgData name="Sebastian Ocampo Palacios" userId="2317f3a24a4e3b51" providerId="LiveId" clId="{AFEAE12A-5B73-4265-86D9-CE564404A644}" dt="2022-09-21T01:46:31.344" v="11308"/>
          <ac:spMkLst>
            <pc:docMk/>
            <pc:sldMk cId="1360106205" sldId="302"/>
            <ac:spMk id="11" creationId="{71DD14CA-3714-CD0E-FCE7-587C37137873}"/>
          </ac:spMkLst>
        </pc:spChg>
        <pc:spChg chg="mod">
          <ac:chgData name="Sebastian Ocampo Palacios" userId="2317f3a24a4e3b51" providerId="LiveId" clId="{AFEAE12A-5B73-4265-86D9-CE564404A644}" dt="2022-09-21T01:46:31.344" v="11308"/>
          <ac:spMkLst>
            <pc:docMk/>
            <pc:sldMk cId="1360106205" sldId="302"/>
            <ac:spMk id="12" creationId="{570BC92D-0A2A-D2BE-E125-64AED857A63B}"/>
          </ac:spMkLst>
        </pc:spChg>
        <pc:spChg chg="mod">
          <ac:chgData name="Sebastian Ocampo Palacios" userId="2317f3a24a4e3b51" providerId="LiveId" clId="{AFEAE12A-5B73-4265-86D9-CE564404A644}" dt="2022-09-21T01:46:31.344" v="11308"/>
          <ac:spMkLst>
            <pc:docMk/>
            <pc:sldMk cId="1360106205" sldId="302"/>
            <ac:spMk id="13" creationId="{92492EC2-CE3F-DF17-E1DE-82B7466410E2}"/>
          </ac:spMkLst>
        </pc:spChg>
        <pc:spChg chg="mod">
          <ac:chgData name="Sebastian Ocampo Palacios" userId="2317f3a24a4e3b51" providerId="LiveId" clId="{AFEAE12A-5B73-4265-86D9-CE564404A644}" dt="2022-09-21T01:46:31.344" v="11308"/>
          <ac:spMkLst>
            <pc:docMk/>
            <pc:sldMk cId="1360106205" sldId="302"/>
            <ac:spMk id="16" creationId="{185EE4B4-E7EB-88F3-8B33-6F6A7A601DD8}"/>
          </ac:spMkLst>
        </pc:spChg>
        <pc:spChg chg="add mod">
          <ac:chgData name="Sebastian Ocampo Palacios" userId="2317f3a24a4e3b51" providerId="LiveId" clId="{AFEAE12A-5B73-4265-86D9-CE564404A644}" dt="2022-09-21T02:13:39.225" v="12101" actId="20577"/>
          <ac:spMkLst>
            <pc:docMk/>
            <pc:sldMk cId="1360106205" sldId="302"/>
            <ac:spMk id="22" creationId="{2D65FD95-E508-A390-3096-F953166D5887}"/>
          </ac:spMkLst>
        </pc:spChg>
        <pc:spChg chg="add mod">
          <ac:chgData name="Sebastian Ocampo Palacios" userId="2317f3a24a4e3b51" providerId="LiveId" clId="{AFEAE12A-5B73-4265-86D9-CE564404A644}" dt="2022-09-21T02:12:53.028" v="11972" actId="20577"/>
          <ac:spMkLst>
            <pc:docMk/>
            <pc:sldMk cId="1360106205" sldId="302"/>
            <ac:spMk id="23" creationId="{884712A9-3C24-18E9-DD5E-E822C763B08D}"/>
          </ac:spMkLst>
        </pc:spChg>
        <pc:grpChg chg="add del mod">
          <ac:chgData name="Sebastian Ocampo Palacios" userId="2317f3a24a4e3b51" providerId="LiveId" clId="{AFEAE12A-5B73-4265-86D9-CE564404A644}" dt="2022-09-21T01:46:36.391" v="11310" actId="478"/>
          <ac:grpSpMkLst>
            <pc:docMk/>
            <pc:sldMk cId="1360106205" sldId="302"/>
            <ac:grpSpMk id="7" creationId="{37CD7DCA-51A0-9159-67F9-60F909F59F40}"/>
          </ac:grpSpMkLst>
        </pc:grpChg>
        <pc:picChg chg="del">
          <ac:chgData name="Sebastian Ocampo Palacios" userId="2317f3a24a4e3b51" providerId="LiveId" clId="{AFEAE12A-5B73-4265-86D9-CE564404A644}" dt="2022-09-20T05:23:26.268" v="7083" actId="478"/>
          <ac:picMkLst>
            <pc:docMk/>
            <pc:sldMk cId="1360106205" sldId="302"/>
            <ac:picMk id="8" creationId="{53AF8BEE-E895-9850-A366-D356EC027361}"/>
          </ac:picMkLst>
        </pc:picChg>
        <pc:picChg chg="mod">
          <ac:chgData name="Sebastian Ocampo Palacios" userId="2317f3a24a4e3b51" providerId="LiveId" clId="{AFEAE12A-5B73-4265-86D9-CE564404A644}" dt="2022-09-21T01:46:31.344" v="11308"/>
          <ac:picMkLst>
            <pc:docMk/>
            <pc:sldMk cId="1360106205" sldId="302"/>
            <ac:picMk id="9" creationId="{390CC446-9555-E3AD-4AE2-9E87C6E64256}"/>
          </ac:picMkLst>
        </pc:picChg>
        <pc:picChg chg="mod">
          <ac:chgData name="Sebastian Ocampo Palacios" userId="2317f3a24a4e3b51" providerId="LiveId" clId="{AFEAE12A-5B73-4265-86D9-CE564404A644}" dt="2022-09-21T01:46:31.344" v="11308"/>
          <ac:picMkLst>
            <pc:docMk/>
            <pc:sldMk cId="1360106205" sldId="302"/>
            <ac:picMk id="17" creationId="{D50FAFEC-B5B8-650C-EB20-A806EF7F67C9}"/>
          </ac:picMkLst>
        </pc:picChg>
        <pc:picChg chg="add mod modCrop">
          <ac:chgData name="Sebastian Ocampo Palacios" userId="2317f3a24a4e3b51" providerId="LiveId" clId="{AFEAE12A-5B73-4265-86D9-CE564404A644}" dt="2022-09-21T01:57:24.353" v="11572" actId="554"/>
          <ac:picMkLst>
            <pc:docMk/>
            <pc:sldMk cId="1360106205" sldId="302"/>
            <ac:picMk id="19" creationId="{1B01909F-ED86-FCD4-8959-977B7B6C8638}"/>
          </ac:picMkLst>
        </pc:picChg>
        <pc:picChg chg="add mod modCrop">
          <ac:chgData name="Sebastian Ocampo Palacios" userId="2317f3a24a4e3b51" providerId="LiveId" clId="{AFEAE12A-5B73-4265-86D9-CE564404A644}" dt="2022-09-21T01:57:24.353" v="11572" actId="554"/>
          <ac:picMkLst>
            <pc:docMk/>
            <pc:sldMk cId="1360106205" sldId="302"/>
            <ac:picMk id="21" creationId="{CB58B75A-DF98-0D40-135B-ED627FD13370}"/>
          </ac:picMkLst>
        </pc:picChg>
        <pc:cxnChg chg="mod">
          <ac:chgData name="Sebastian Ocampo Palacios" userId="2317f3a24a4e3b51" providerId="LiveId" clId="{AFEAE12A-5B73-4265-86D9-CE564404A644}" dt="2022-09-21T01:46:31.344" v="11308"/>
          <ac:cxnSpMkLst>
            <pc:docMk/>
            <pc:sldMk cId="1360106205" sldId="302"/>
            <ac:cxnSpMk id="14" creationId="{A7846217-238F-A66D-FD7D-4A167DD467FE}"/>
          </ac:cxnSpMkLst>
        </pc:cxnChg>
        <pc:cxnChg chg="mod">
          <ac:chgData name="Sebastian Ocampo Palacios" userId="2317f3a24a4e3b51" providerId="LiveId" clId="{AFEAE12A-5B73-4265-86D9-CE564404A644}" dt="2022-09-21T01:46:31.344" v="11308"/>
          <ac:cxnSpMkLst>
            <pc:docMk/>
            <pc:sldMk cId="1360106205" sldId="302"/>
            <ac:cxnSpMk id="15" creationId="{31F2802C-9983-FF0E-EFEB-43F3E5E95E8E}"/>
          </ac:cxnSpMkLst>
        </pc:cxnChg>
      </pc:sldChg>
      <pc:sldChg chg="addSp delSp modSp add mod">
        <pc:chgData name="Sebastian Ocampo Palacios" userId="2317f3a24a4e3b51" providerId="LiveId" clId="{AFEAE12A-5B73-4265-86D9-CE564404A644}" dt="2022-09-21T06:01:52.814" v="17983" actId="478"/>
        <pc:sldMkLst>
          <pc:docMk/>
          <pc:sldMk cId="3960007838" sldId="303"/>
        </pc:sldMkLst>
        <pc:spChg chg="mod">
          <ac:chgData name="Sebastian Ocampo Palacios" userId="2317f3a24a4e3b51" providerId="LiveId" clId="{AFEAE12A-5B73-4265-86D9-CE564404A644}" dt="2022-09-21T00:50:36.475" v="9346" actId="20577"/>
          <ac:spMkLst>
            <pc:docMk/>
            <pc:sldMk cId="3960007838" sldId="303"/>
            <ac:spMk id="2" creationId="{FDA85F22-8955-7AE1-BFEC-CEA46AB3178B}"/>
          </ac:spMkLst>
        </pc:spChg>
        <pc:spChg chg="del">
          <ac:chgData name="Sebastian Ocampo Palacios" userId="2317f3a24a4e3b51" providerId="LiveId" clId="{AFEAE12A-5B73-4265-86D9-CE564404A644}" dt="2022-09-21T00:33:56.306" v="8538" actId="478"/>
          <ac:spMkLst>
            <pc:docMk/>
            <pc:sldMk cId="3960007838" sldId="303"/>
            <ac:spMk id="3" creationId="{8AE22197-69AE-50B3-3EB7-270C43DFE067}"/>
          </ac:spMkLst>
        </pc:spChg>
        <pc:spChg chg="mod">
          <ac:chgData name="Sebastian Ocampo Palacios" userId="2317f3a24a4e3b51" providerId="LiveId" clId="{AFEAE12A-5B73-4265-86D9-CE564404A644}" dt="2022-09-21T00:52:48.602" v="9437" actId="20577"/>
          <ac:spMkLst>
            <pc:docMk/>
            <pc:sldMk cId="3960007838" sldId="303"/>
            <ac:spMk id="4" creationId="{D3CBBCBF-E678-AD31-6908-E5D123263A14}"/>
          </ac:spMkLst>
        </pc:spChg>
        <pc:spChg chg="add del mod">
          <ac:chgData name="Sebastian Ocampo Palacios" userId="2317f3a24a4e3b51" providerId="LiveId" clId="{AFEAE12A-5B73-4265-86D9-CE564404A644}" dt="2022-09-21T06:01:52.814" v="17983" actId="478"/>
          <ac:spMkLst>
            <pc:docMk/>
            <pc:sldMk cId="3960007838" sldId="303"/>
            <ac:spMk id="7" creationId="{0A44FDBC-7AB8-9146-1927-A91F2DA5FE00}"/>
          </ac:spMkLst>
        </pc:spChg>
        <pc:spChg chg="mod">
          <ac:chgData name="Sebastian Ocampo Palacios" userId="2317f3a24a4e3b51" providerId="LiveId" clId="{AFEAE12A-5B73-4265-86D9-CE564404A644}" dt="2022-09-21T04:39:29.325" v="14918" actId="207"/>
          <ac:spMkLst>
            <pc:docMk/>
            <pc:sldMk cId="3960007838" sldId="303"/>
            <ac:spMk id="14" creationId="{16EBFFCE-8877-B228-7736-7A290081BC81}"/>
          </ac:spMkLst>
        </pc:spChg>
        <pc:spChg chg="del">
          <ac:chgData name="Sebastian Ocampo Palacios" userId="2317f3a24a4e3b51" providerId="LiveId" clId="{AFEAE12A-5B73-4265-86D9-CE564404A644}" dt="2022-09-21T00:34:02.447" v="8539" actId="478"/>
          <ac:spMkLst>
            <pc:docMk/>
            <pc:sldMk cId="3960007838" sldId="303"/>
            <ac:spMk id="30" creationId="{90DC5E69-E743-1B8A-3386-022B0EBACE4B}"/>
          </ac:spMkLst>
        </pc:spChg>
        <pc:grpChg chg="del">
          <ac:chgData name="Sebastian Ocampo Palacios" userId="2317f3a24a4e3b51" providerId="LiveId" clId="{AFEAE12A-5B73-4265-86D9-CE564404A644}" dt="2022-09-21T00:34:04.944" v="8540" actId="478"/>
          <ac:grpSpMkLst>
            <pc:docMk/>
            <pc:sldMk cId="3960007838" sldId="303"/>
            <ac:grpSpMk id="29" creationId="{283E470D-F0E2-DA1D-8DD7-4552D453B7A2}"/>
          </ac:grpSpMkLst>
        </pc:grpChg>
        <pc:picChg chg="add mod">
          <ac:chgData name="Sebastian Ocampo Palacios" userId="2317f3a24a4e3b51" providerId="LiveId" clId="{AFEAE12A-5B73-4265-86D9-CE564404A644}" dt="2022-09-21T00:43:10.992" v="9029" actId="1076"/>
          <ac:picMkLst>
            <pc:docMk/>
            <pc:sldMk cId="3960007838" sldId="303"/>
            <ac:picMk id="5" creationId="{ADE44B9A-517B-91A5-907B-4ABE79BDCEA4}"/>
          </ac:picMkLst>
        </pc:picChg>
        <pc:picChg chg="add mod">
          <ac:chgData name="Sebastian Ocampo Palacios" userId="2317f3a24a4e3b51" providerId="LiveId" clId="{AFEAE12A-5B73-4265-86D9-CE564404A644}" dt="2022-09-21T00:43:10.992" v="9029" actId="1076"/>
          <ac:picMkLst>
            <pc:docMk/>
            <pc:sldMk cId="3960007838" sldId="303"/>
            <ac:picMk id="6" creationId="{83F3C148-DDAC-FE50-2C7B-03CD9121B72E}"/>
          </ac:picMkLst>
        </pc:picChg>
        <pc:picChg chg="del">
          <ac:chgData name="Sebastian Ocampo Palacios" userId="2317f3a24a4e3b51" providerId="LiveId" clId="{AFEAE12A-5B73-4265-86D9-CE564404A644}" dt="2022-09-21T00:34:06.088" v="8541" actId="478"/>
          <ac:picMkLst>
            <pc:docMk/>
            <pc:sldMk cId="3960007838" sldId="303"/>
            <ac:picMk id="18" creationId="{4D7CE102-319E-EF06-7CD8-91959919EA65}"/>
          </ac:picMkLst>
        </pc:picChg>
      </pc:sldChg>
      <pc:sldChg chg="addSp delSp modSp add mod ord">
        <pc:chgData name="Sebastian Ocampo Palacios" userId="2317f3a24a4e3b51" providerId="LiveId" clId="{AFEAE12A-5B73-4265-86D9-CE564404A644}" dt="2022-09-21T04:46:35.432" v="15134" actId="14100"/>
        <pc:sldMkLst>
          <pc:docMk/>
          <pc:sldMk cId="631677464" sldId="304"/>
        </pc:sldMkLst>
        <pc:spChg chg="mod">
          <ac:chgData name="Sebastian Ocampo Palacios" userId="2317f3a24a4e3b51" providerId="LiveId" clId="{AFEAE12A-5B73-4265-86D9-CE564404A644}" dt="2022-09-21T02:59:26.035" v="12783" actId="1076"/>
          <ac:spMkLst>
            <pc:docMk/>
            <pc:sldMk cId="631677464" sldId="304"/>
            <ac:spMk id="3" creationId="{8554DC9F-2C8D-91BD-75AF-3F8F7BCBA389}"/>
          </ac:spMkLst>
        </pc:spChg>
        <pc:spChg chg="mod">
          <ac:chgData name="Sebastian Ocampo Palacios" userId="2317f3a24a4e3b51" providerId="LiveId" clId="{AFEAE12A-5B73-4265-86D9-CE564404A644}" dt="2022-09-21T02:54:11.585" v="12700" actId="1076"/>
          <ac:spMkLst>
            <pc:docMk/>
            <pc:sldMk cId="631677464" sldId="304"/>
            <ac:spMk id="5" creationId="{7EBF0833-062A-A5B9-DBE1-E03273052133}"/>
          </ac:spMkLst>
        </pc:spChg>
        <pc:spChg chg="del">
          <ac:chgData name="Sebastian Ocampo Palacios" userId="2317f3a24a4e3b51" providerId="LiveId" clId="{AFEAE12A-5B73-4265-86D9-CE564404A644}" dt="2022-09-21T02:37:21.735" v="12119" actId="478"/>
          <ac:spMkLst>
            <pc:docMk/>
            <pc:sldMk cId="631677464" sldId="304"/>
            <ac:spMk id="6" creationId="{27EE5786-80CF-FCD9-8FBA-844CE0A0924B}"/>
          </ac:spMkLst>
        </pc:spChg>
        <pc:spChg chg="del mod">
          <ac:chgData name="Sebastian Ocampo Palacios" userId="2317f3a24a4e3b51" providerId="LiveId" clId="{AFEAE12A-5B73-4265-86D9-CE564404A644}" dt="2022-09-21T02:39:11.354" v="12289" actId="478"/>
          <ac:spMkLst>
            <pc:docMk/>
            <pc:sldMk cId="631677464" sldId="304"/>
            <ac:spMk id="11" creationId="{7F09A02E-6B75-EB10-8E9A-D87D0B293953}"/>
          </ac:spMkLst>
        </pc:spChg>
        <pc:spChg chg="add mod">
          <ac:chgData name="Sebastian Ocampo Palacios" userId="2317f3a24a4e3b51" providerId="LiveId" clId="{AFEAE12A-5B73-4265-86D9-CE564404A644}" dt="2022-09-21T02:56:46.086" v="12766" actId="404"/>
          <ac:spMkLst>
            <pc:docMk/>
            <pc:sldMk cId="631677464" sldId="304"/>
            <ac:spMk id="21" creationId="{A5159B34-13E1-FC3C-C6C0-76A6D4E4BB42}"/>
          </ac:spMkLst>
        </pc:spChg>
        <pc:spChg chg="add mod">
          <ac:chgData name="Sebastian Ocampo Palacios" userId="2317f3a24a4e3b51" providerId="LiveId" clId="{AFEAE12A-5B73-4265-86D9-CE564404A644}" dt="2022-09-21T02:56:46.086" v="12766" actId="404"/>
          <ac:spMkLst>
            <pc:docMk/>
            <pc:sldMk cId="631677464" sldId="304"/>
            <ac:spMk id="22" creationId="{4947BB68-1268-98DC-DCF7-5959185C35EC}"/>
          </ac:spMkLst>
        </pc:spChg>
        <pc:spChg chg="add mod">
          <ac:chgData name="Sebastian Ocampo Palacios" userId="2317f3a24a4e3b51" providerId="LiveId" clId="{AFEAE12A-5B73-4265-86D9-CE564404A644}" dt="2022-09-21T02:56:46.086" v="12766" actId="404"/>
          <ac:spMkLst>
            <pc:docMk/>
            <pc:sldMk cId="631677464" sldId="304"/>
            <ac:spMk id="23" creationId="{A785BA5E-019B-51FE-C1D6-5764D4710124}"/>
          </ac:spMkLst>
        </pc:spChg>
        <pc:spChg chg="add mod">
          <ac:chgData name="Sebastian Ocampo Palacios" userId="2317f3a24a4e3b51" providerId="LiveId" clId="{AFEAE12A-5B73-4265-86D9-CE564404A644}" dt="2022-09-21T02:56:46.086" v="12766" actId="404"/>
          <ac:spMkLst>
            <pc:docMk/>
            <pc:sldMk cId="631677464" sldId="304"/>
            <ac:spMk id="24" creationId="{70947B02-0280-6FEB-B791-DAAF06B0B8DC}"/>
          </ac:spMkLst>
        </pc:spChg>
        <pc:spChg chg="add mod topLvl">
          <ac:chgData name="Sebastian Ocampo Palacios" userId="2317f3a24a4e3b51" providerId="LiveId" clId="{AFEAE12A-5B73-4265-86D9-CE564404A644}" dt="2022-09-21T03:02:29.504" v="12844" actId="1076"/>
          <ac:spMkLst>
            <pc:docMk/>
            <pc:sldMk cId="631677464" sldId="304"/>
            <ac:spMk id="25" creationId="{1C50BEEF-C3EB-2B6D-9ECB-BA7BAA17BD1B}"/>
          </ac:spMkLst>
        </pc:spChg>
        <pc:spChg chg="add mod topLvl">
          <ac:chgData name="Sebastian Ocampo Palacios" userId="2317f3a24a4e3b51" providerId="LiveId" clId="{AFEAE12A-5B73-4265-86D9-CE564404A644}" dt="2022-09-21T03:02:17.001" v="12843" actId="14100"/>
          <ac:spMkLst>
            <pc:docMk/>
            <pc:sldMk cId="631677464" sldId="304"/>
            <ac:spMk id="26" creationId="{D8D71317-28A6-1BE0-78F5-D116B7A85FCA}"/>
          </ac:spMkLst>
        </pc:spChg>
        <pc:spChg chg="add mod topLvl">
          <ac:chgData name="Sebastian Ocampo Palacios" userId="2317f3a24a4e3b51" providerId="LiveId" clId="{AFEAE12A-5B73-4265-86D9-CE564404A644}" dt="2022-09-21T03:02:08.454" v="12842" actId="164"/>
          <ac:spMkLst>
            <pc:docMk/>
            <pc:sldMk cId="631677464" sldId="304"/>
            <ac:spMk id="27" creationId="{27138BFB-7EE5-197D-7E6F-CDF0F00B73EE}"/>
          </ac:spMkLst>
        </pc:spChg>
        <pc:spChg chg="add mod">
          <ac:chgData name="Sebastian Ocampo Palacios" userId="2317f3a24a4e3b51" providerId="LiveId" clId="{AFEAE12A-5B73-4265-86D9-CE564404A644}" dt="2022-09-21T03:05:29.741" v="12890" actId="20577"/>
          <ac:spMkLst>
            <pc:docMk/>
            <pc:sldMk cId="631677464" sldId="304"/>
            <ac:spMk id="28" creationId="{A693E6AC-EC29-A3EF-7F51-94CD02C246EC}"/>
          </ac:spMkLst>
        </pc:spChg>
        <pc:spChg chg="add del mod">
          <ac:chgData name="Sebastian Ocampo Palacios" userId="2317f3a24a4e3b51" providerId="LiveId" clId="{AFEAE12A-5B73-4265-86D9-CE564404A644}" dt="2022-09-21T03:00:06.229" v="12791" actId="767"/>
          <ac:spMkLst>
            <pc:docMk/>
            <pc:sldMk cId="631677464" sldId="304"/>
            <ac:spMk id="34" creationId="{6BC294A1-91EC-C7A8-C000-3C246BC9F5DC}"/>
          </ac:spMkLst>
        </pc:spChg>
        <pc:spChg chg="add mod">
          <ac:chgData name="Sebastian Ocampo Palacios" userId="2317f3a24a4e3b51" providerId="LiveId" clId="{AFEAE12A-5B73-4265-86D9-CE564404A644}" dt="2022-09-21T03:05:16.794" v="12885" actId="1036"/>
          <ac:spMkLst>
            <pc:docMk/>
            <pc:sldMk cId="631677464" sldId="304"/>
            <ac:spMk id="35" creationId="{6D4FF4F5-011B-7AD9-0388-2AD730F8BBD4}"/>
          </ac:spMkLst>
        </pc:spChg>
        <pc:spChg chg="add mod topLvl">
          <ac:chgData name="Sebastian Ocampo Palacios" userId="2317f3a24a4e3b51" providerId="LiveId" clId="{AFEAE12A-5B73-4265-86D9-CE564404A644}" dt="2022-09-21T03:04:40.968" v="12878" actId="164"/>
          <ac:spMkLst>
            <pc:docMk/>
            <pc:sldMk cId="631677464" sldId="304"/>
            <ac:spMk id="37" creationId="{C5B79422-6936-C311-B44C-45D4EAB37DBD}"/>
          </ac:spMkLst>
        </pc:spChg>
        <pc:spChg chg="mod">
          <ac:chgData name="Sebastian Ocampo Palacios" userId="2317f3a24a4e3b51" providerId="LiveId" clId="{AFEAE12A-5B73-4265-86D9-CE564404A644}" dt="2022-09-21T03:03:53.670" v="12862" actId="571"/>
          <ac:spMkLst>
            <pc:docMk/>
            <pc:sldMk cId="631677464" sldId="304"/>
            <ac:spMk id="42" creationId="{42A00949-BF6A-6CFC-AD96-E070BF9E3CE8}"/>
          </ac:spMkLst>
        </pc:spChg>
        <pc:spChg chg="add mod">
          <ac:chgData name="Sebastian Ocampo Palacios" userId="2317f3a24a4e3b51" providerId="LiveId" clId="{AFEAE12A-5B73-4265-86D9-CE564404A644}" dt="2022-09-21T03:05:16.794" v="12885" actId="1036"/>
          <ac:spMkLst>
            <pc:docMk/>
            <pc:sldMk cId="631677464" sldId="304"/>
            <ac:spMk id="43" creationId="{3CB48B21-AC68-21E5-AB44-F1464045C577}"/>
          </ac:spMkLst>
        </pc:spChg>
        <pc:spChg chg="add mod">
          <ac:chgData name="Sebastian Ocampo Palacios" userId="2317f3a24a4e3b51" providerId="LiveId" clId="{AFEAE12A-5B73-4265-86D9-CE564404A644}" dt="2022-09-21T04:46:24.324" v="15132" actId="20577"/>
          <ac:spMkLst>
            <pc:docMk/>
            <pc:sldMk cId="631677464" sldId="304"/>
            <ac:spMk id="47" creationId="{1BA04679-76C8-D8DC-02F0-3370824779B7}"/>
          </ac:spMkLst>
        </pc:spChg>
        <pc:grpChg chg="add mod">
          <ac:chgData name="Sebastian Ocampo Palacios" userId="2317f3a24a4e3b51" providerId="LiveId" clId="{AFEAE12A-5B73-4265-86D9-CE564404A644}" dt="2022-09-21T04:46:10.713" v="15109" actId="1076"/>
          <ac:grpSpMkLst>
            <pc:docMk/>
            <pc:sldMk cId="631677464" sldId="304"/>
            <ac:grpSpMk id="29" creationId="{1C7C220E-F1C3-A2AC-01CD-2D177319D1C4}"/>
          </ac:grpSpMkLst>
        </pc:grpChg>
        <pc:grpChg chg="add del mod">
          <ac:chgData name="Sebastian Ocampo Palacios" userId="2317f3a24a4e3b51" providerId="LiveId" clId="{AFEAE12A-5B73-4265-86D9-CE564404A644}" dt="2022-09-21T03:00:46.298" v="12832" actId="165"/>
          <ac:grpSpMkLst>
            <pc:docMk/>
            <pc:sldMk cId="631677464" sldId="304"/>
            <ac:grpSpMk id="30" creationId="{A2412F83-D0C0-0DF5-D946-4FE6C4AFE51F}"/>
          </ac:grpSpMkLst>
        </pc:grpChg>
        <pc:grpChg chg="add mod">
          <ac:chgData name="Sebastian Ocampo Palacios" userId="2317f3a24a4e3b51" providerId="LiveId" clId="{AFEAE12A-5B73-4265-86D9-CE564404A644}" dt="2022-09-21T03:02:08.454" v="12842" actId="164"/>
          <ac:grpSpMkLst>
            <pc:docMk/>
            <pc:sldMk cId="631677464" sldId="304"/>
            <ac:grpSpMk id="36" creationId="{2F169EF6-C337-3AA4-B95B-A733605E30C1}"/>
          </ac:grpSpMkLst>
        </pc:grpChg>
        <pc:grpChg chg="add del mod">
          <ac:chgData name="Sebastian Ocampo Palacios" userId="2317f3a24a4e3b51" providerId="LiveId" clId="{AFEAE12A-5B73-4265-86D9-CE564404A644}" dt="2022-09-21T03:03:58.244" v="12863" actId="165"/>
          <ac:grpSpMkLst>
            <pc:docMk/>
            <pc:sldMk cId="631677464" sldId="304"/>
            <ac:grpSpMk id="38" creationId="{DAB54766-F93F-1CDD-EEC9-9FA0CD081C9E}"/>
          </ac:grpSpMkLst>
        </pc:grpChg>
        <pc:grpChg chg="add mod">
          <ac:chgData name="Sebastian Ocampo Palacios" userId="2317f3a24a4e3b51" providerId="LiveId" clId="{AFEAE12A-5B73-4265-86D9-CE564404A644}" dt="2022-09-21T03:03:53.670" v="12862" actId="571"/>
          <ac:grpSpMkLst>
            <pc:docMk/>
            <pc:sldMk cId="631677464" sldId="304"/>
            <ac:grpSpMk id="40" creationId="{AD107A7E-D24C-DAE0-9252-8392A72E5ECD}"/>
          </ac:grpSpMkLst>
        </pc:grpChg>
        <pc:grpChg chg="add mod">
          <ac:chgData name="Sebastian Ocampo Palacios" userId="2317f3a24a4e3b51" providerId="LiveId" clId="{AFEAE12A-5B73-4265-86D9-CE564404A644}" dt="2022-09-21T03:04:53.655" v="12881" actId="14100"/>
          <ac:grpSpMkLst>
            <pc:docMk/>
            <pc:sldMk cId="631677464" sldId="304"/>
            <ac:grpSpMk id="44" creationId="{ED252F59-B784-8BF2-7A4A-FE8B67313B76}"/>
          </ac:grpSpMkLst>
        </pc:grpChg>
        <pc:picChg chg="add mod">
          <ac:chgData name="Sebastian Ocampo Palacios" userId="2317f3a24a4e3b51" providerId="LiveId" clId="{AFEAE12A-5B73-4265-86D9-CE564404A644}" dt="2022-09-21T02:55:22.164" v="12755" actId="164"/>
          <ac:picMkLst>
            <pc:docMk/>
            <pc:sldMk cId="631677464" sldId="304"/>
            <ac:picMk id="4" creationId="{BA0DE091-7B1A-BDBE-B851-7A932A202C0A}"/>
          </ac:picMkLst>
        </pc:picChg>
        <pc:picChg chg="add mod">
          <ac:chgData name="Sebastian Ocampo Palacios" userId="2317f3a24a4e3b51" providerId="LiveId" clId="{AFEAE12A-5B73-4265-86D9-CE564404A644}" dt="2022-09-21T02:55:22.164" v="12755" actId="164"/>
          <ac:picMkLst>
            <pc:docMk/>
            <pc:sldMk cId="631677464" sldId="304"/>
            <ac:picMk id="8" creationId="{FAC69F70-69C1-FC26-F1AD-5D8E3EB98101}"/>
          </ac:picMkLst>
        </pc:picChg>
        <pc:picChg chg="del mod modCrop">
          <ac:chgData name="Sebastian Ocampo Palacios" userId="2317f3a24a4e3b51" providerId="LiveId" clId="{AFEAE12A-5B73-4265-86D9-CE564404A644}" dt="2022-09-21T02:48:36.029" v="12582" actId="478"/>
          <ac:picMkLst>
            <pc:docMk/>
            <pc:sldMk cId="631677464" sldId="304"/>
            <ac:picMk id="10" creationId="{8E96EE77-6972-E4FB-9664-3748881E5793}"/>
          </ac:picMkLst>
        </pc:picChg>
        <pc:picChg chg="add mod">
          <ac:chgData name="Sebastian Ocampo Palacios" userId="2317f3a24a4e3b51" providerId="LiveId" clId="{AFEAE12A-5B73-4265-86D9-CE564404A644}" dt="2022-09-21T02:55:22.164" v="12755" actId="164"/>
          <ac:picMkLst>
            <pc:docMk/>
            <pc:sldMk cId="631677464" sldId="304"/>
            <ac:picMk id="12" creationId="{3E454C4D-22FB-0035-B044-1DA6E055D187}"/>
          </ac:picMkLst>
        </pc:picChg>
        <pc:picChg chg="add mod">
          <ac:chgData name="Sebastian Ocampo Palacios" userId="2317f3a24a4e3b51" providerId="LiveId" clId="{AFEAE12A-5B73-4265-86D9-CE564404A644}" dt="2022-09-21T02:55:22.164" v="12755" actId="164"/>
          <ac:picMkLst>
            <pc:docMk/>
            <pc:sldMk cId="631677464" sldId="304"/>
            <ac:picMk id="14" creationId="{980D6366-D378-CE60-0728-E549D10C4C3C}"/>
          </ac:picMkLst>
        </pc:picChg>
        <pc:picChg chg="add mod topLvl">
          <ac:chgData name="Sebastian Ocampo Palacios" userId="2317f3a24a4e3b51" providerId="LiveId" clId="{AFEAE12A-5B73-4265-86D9-CE564404A644}" dt="2022-09-21T03:02:08.454" v="12842" actId="164"/>
          <ac:picMkLst>
            <pc:docMk/>
            <pc:sldMk cId="631677464" sldId="304"/>
            <ac:picMk id="16" creationId="{0CD1623C-22DA-07F6-E3A2-E8CD1F962502}"/>
          </ac:picMkLst>
        </pc:picChg>
        <pc:picChg chg="add mod topLvl">
          <ac:chgData name="Sebastian Ocampo Palacios" userId="2317f3a24a4e3b51" providerId="LiveId" clId="{AFEAE12A-5B73-4265-86D9-CE564404A644}" dt="2022-09-21T03:02:08.454" v="12842" actId="164"/>
          <ac:picMkLst>
            <pc:docMk/>
            <pc:sldMk cId="631677464" sldId="304"/>
            <ac:picMk id="18" creationId="{71A45FD8-5D3E-BBA4-6657-4A44793EB301}"/>
          </ac:picMkLst>
        </pc:picChg>
        <pc:picChg chg="add mod topLvl">
          <ac:chgData name="Sebastian Ocampo Palacios" userId="2317f3a24a4e3b51" providerId="LiveId" clId="{AFEAE12A-5B73-4265-86D9-CE564404A644}" dt="2022-09-21T03:02:08.454" v="12842" actId="164"/>
          <ac:picMkLst>
            <pc:docMk/>
            <pc:sldMk cId="631677464" sldId="304"/>
            <ac:picMk id="20" creationId="{EE0E4EB3-B680-7D97-80CD-A2DB6CD075E4}"/>
          </ac:picMkLst>
        </pc:picChg>
        <pc:picChg chg="add mod">
          <ac:chgData name="Sebastian Ocampo Palacios" userId="2317f3a24a4e3b51" providerId="LiveId" clId="{AFEAE12A-5B73-4265-86D9-CE564404A644}" dt="2022-09-21T03:04:34.538" v="12877" actId="1035"/>
          <ac:picMkLst>
            <pc:docMk/>
            <pc:sldMk cId="631677464" sldId="304"/>
            <ac:picMk id="32" creationId="{AD4B887C-86E8-95BD-A2B0-BAE885C3E173}"/>
          </ac:picMkLst>
        </pc:picChg>
        <pc:picChg chg="add mod topLvl">
          <ac:chgData name="Sebastian Ocampo Palacios" userId="2317f3a24a4e3b51" providerId="LiveId" clId="{AFEAE12A-5B73-4265-86D9-CE564404A644}" dt="2022-09-21T03:04:40.968" v="12878" actId="164"/>
          <ac:picMkLst>
            <pc:docMk/>
            <pc:sldMk cId="631677464" sldId="304"/>
            <ac:picMk id="33" creationId="{4B20F6D8-B092-A155-6A26-C76C42F76C43}"/>
          </ac:picMkLst>
        </pc:picChg>
        <pc:picChg chg="add mod">
          <ac:chgData name="Sebastian Ocampo Palacios" userId="2317f3a24a4e3b51" providerId="LiveId" clId="{AFEAE12A-5B73-4265-86D9-CE564404A644}" dt="2022-09-21T03:03:53.670" v="12862" actId="571"/>
          <ac:picMkLst>
            <pc:docMk/>
            <pc:sldMk cId="631677464" sldId="304"/>
            <ac:picMk id="39" creationId="{8C109E3C-034F-C5A3-9BA3-5111A39A3894}"/>
          </ac:picMkLst>
        </pc:picChg>
        <pc:picChg chg="mod">
          <ac:chgData name="Sebastian Ocampo Palacios" userId="2317f3a24a4e3b51" providerId="LiveId" clId="{AFEAE12A-5B73-4265-86D9-CE564404A644}" dt="2022-09-21T03:03:53.670" v="12862" actId="571"/>
          <ac:picMkLst>
            <pc:docMk/>
            <pc:sldMk cId="631677464" sldId="304"/>
            <ac:picMk id="41" creationId="{CAAEF4D8-E569-E621-1BF6-CE4A62D60040}"/>
          </ac:picMkLst>
        </pc:picChg>
        <pc:picChg chg="add mod">
          <ac:chgData name="Sebastian Ocampo Palacios" userId="2317f3a24a4e3b51" providerId="LiveId" clId="{AFEAE12A-5B73-4265-86D9-CE564404A644}" dt="2022-09-21T04:46:35.432" v="15134" actId="14100"/>
          <ac:picMkLst>
            <pc:docMk/>
            <pc:sldMk cId="631677464" sldId="304"/>
            <ac:picMk id="46" creationId="{3FB1C39C-59D3-D754-083C-5D4285A3EE4B}"/>
          </ac:picMkLst>
        </pc:picChg>
      </pc:sldChg>
      <pc:sldChg chg="addSp delSp modSp add mod ord">
        <pc:chgData name="Sebastian Ocampo Palacios" userId="2317f3a24a4e3b51" providerId="LiveId" clId="{AFEAE12A-5B73-4265-86D9-CE564404A644}" dt="2022-09-21T05:12:52.019" v="15913" actId="571"/>
        <pc:sldMkLst>
          <pc:docMk/>
          <pc:sldMk cId="2273710049" sldId="305"/>
        </pc:sldMkLst>
        <pc:spChg chg="add del mod">
          <ac:chgData name="Sebastian Ocampo Palacios" userId="2317f3a24a4e3b51" providerId="LiveId" clId="{AFEAE12A-5B73-4265-86D9-CE564404A644}" dt="2022-09-21T04:47:07.974" v="15200" actId="478"/>
          <ac:spMkLst>
            <pc:docMk/>
            <pc:sldMk cId="2273710049" sldId="305"/>
            <ac:spMk id="2" creationId="{8876BE4E-D7A3-4746-757F-DD02685B2DFE}"/>
          </ac:spMkLst>
        </pc:spChg>
        <pc:spChg chg="mod">
          <ac:chgData name="Sebastian Ocampo Palacios" userId="2317f3a24a4e3b51" providerId="LiveId" clId="{AFEAE12A-5B73-4265-86D9-CE564404A644}" dt="2022-09-21T04:56:51.468" v="15549" actId="20577"/>
          <ac:spMkLst>
            <pc:docMk/>
            <pc:sldMk cId="2273710049" sldId="305"/>
            <ac:spMk id="3" creationId="{8554DC9F-2C8D-91BD-75AF-3F8F7BCBA389}"/>
          </ac:spMkLst>
        </pc:spChg>
        <pc:spChg chg="mod">
          <ac:chgData name="Sebastian Ocampo Palacios" userId="2317f3a24a4e3b51" providerId="LiveId" clId="{AFEAE12A-5B73-4265-86D9-CE564404A644}" dt="2022-09-21T04:43:50.563" v="15106" actId="20577"/>
          <ac:spMkLst>
            <pc:docMk/>
            <pc:sldMk cId="2273710049" sldId="305"/>
            <ac:spMk id="5" creationId="{7EBF0833-062A-A5B9-DBE1-E03273052133}"/>
          </ac:spMkLst>
        </pc:spChg>
        <pc:spChg chg="add mod">
          <ac:chgData name="Sebastian Ocampo Palacios" userId="2317f3a24a4e3b51" providerId="LiveId" clId="{AFEAE12A-5B73-4265-86D9-CE564404A644}" dt="2022-09-21T04:55:40.127" v="15423" actId="1076"/>
          <ac:spMkLst>
            <pc:docMk/>
            <pc:sldMk cId="2273710049" sldId="305"/>
            <ac:spMk id="7" creationId="{FF04253E-AF75-F73A-FD6F-D63ACF54AB17}"/>
          </ac:spMkLst>
        </pc:spChg>
        <pc:spChg chg="mod">
          <ac:chgData name="Sebastian Ocampo Palacios" userId="2317f3a24a4e3b51" providerId="LiveId" clId="{AFEAE12A-5B73-4265-86D9-CE564404A644}" dt="2022-09-21T04:47:15.913" v="15204" actId="21"/>
          <ac:spMkLst>
            <pc:docMk/>
            <pc:sldMk cId="2273710049" sldId="305"/>
            <ac:spMk id="26" creationId="{D8D71317-28A6-1BE0-78F5-D116B7A85FCA}"/>
          </ac:spMkLst>
        </pc:spChg>
        <pc:spChg chg="del">
          <ac:chgData name="Sebastian Ocampo Palacios" userId="2317f3a24a4e3b51" providerId="LiveId" clId="{AFEAE12A-5B73-4265-86D9-CE564404A644}" dt="2022-09-21T04:46:57.855" v="15195" actId="478"/>
          <ac:spMkLst>
            <pc:docMk/>
            <pc:sldMk cId="2273710049" sldId="305"/>
            <ac:spMk id="35" creationId="{6D4FF4F5-011B-7AD9-0388-2AD730F8BBD4}"/>
          </ac:spMkLst>
        </pc:spChg>
        <pc:spChg chg="add mod">
          <ac:chgData name="Sebastian Ocampo Palacios" userId="2317f3a24a4e3b51" providerId="LiveId" clId="{AFEAE12A-5B73-4265-86D9-CE564404A644}" dt="2022-09-21T04:55:36.339" v="15422" actId="1076"/>
          <ac:spMkLst>
            <pc:docMk/>
            <pc:sldMk cId="2273710049" sldId="305"/>
            <ac:spMk id="39" creationId="{157DF32C-921D-40A3-0B2F-50195DE59930}"/>
          </ac:spMkLst>
        </pc:spChg>
        <pc:spChg chg="add mod">
          <ac:chgData name="Sebastian Ocampo Palacios" userId="2317f3a24a4e3b51" providerId="LiveId" clId="{AFEAE12A-5B73-4265-86D9-CE564404A644}" dt="2022-09-21T04:55:57.111" v="15438" actId="1076"/>
          <ac:spMkLst>
            <pc:docMk/>
            <pc:sldMk cId="2273710049" sldId="305"/>
            <ac:spMk id="40" creationId="{916CFDEA-96A8-D4A7-C0A4-D664EA56D4E1}"/>
          </ac:spMkLst>
        </pc:spChg>
        <pc:spChg chg="add mod">
          <ac:chgData name="Sebastian Ocampo Palacios" userId="2317f3a24a4e3b51" providerId="LiveId" clId="{AFEAE12A-5B73-4265-86D9-CE564404A644}" dt="2022-09-21T04:56:12.496" v="15454" actId="1076"/>
          <ac:spMkLst>
            <pc:docMk/>
            <pc:sldMk cId="2273710049" sldId="305"/>
            <ac:spMk id="41" creationId="{C401F567-FFDB-DCBB-54D9-9DD19B19325D}"/>
          </ac:spMkLst>
        </pc:spChg>
        <pc:spChg chg="add mod">
          <ac:chgData name="Sebastian Ocampo Palacios" userId="2317f3a24a4e3b51" providerId="LiveId" clId="{AFEAE12A-5B73-4265-86D9-CE564404A644}" dt="2022-09-21T04:56:29.576" v="15469" actId="1076"/>
          <ac:spMkLst>
            <pc:docMk/>
            <pc:sldMk cId="2273710049" sldId="305"/>
            <ac:spMk id="42" creationId="{4ABDD871-C439-E91F-4B35-81351491DFFB}"/>
          </ac:spMkLst>
        </pc:spChg>
        <pc:spChg chg="del">
          <ac:chgData name="Sebastian Ocampo Palacios" userId="2317f3a24a4e3b51" providerId="LiveId" clId="{AFEAE12A-5B73-4265-86D9-CE564404A644}" dt="2022-09-21T04:46:59.104" v="15196" actId="478"/>
          <ac:spMkLst>
            <pc:docMk/>
            <pc:sldMk cId="2273710049" sldId="305"/>
            <ac:spMk id="43" creationId="{3CB48B21-AC68-21E5-AB44-F1464045C577}"/>
          </ac:spMkLst>
        </pc:spChg>
        <pc:spChg chg="add mod">
          <ac:chgData name="Sebastian Ocampo Palacios" userId="2317f3a24a4e3b51" providerId="LiveId" clId="{AFEAE12A-5B73-4265-86D9-CE564404A644}" dt="2022-09-21T04:59:48.693" v="15586" actId="1076"/>
          <ac:spMkLst>
            <pc:docMk/>
            <pc:sldMk cId="2273710049" sldId="305"/>
            <ac:spMk id="47" creationId="{E49E07C5-A0F2-DB84-49B9-BA2B4490091D}"/>
          </ac:spMkLst>
        </pc:spChg>
        <pc:spChg chg="add mod">
          <ac:chgData name="Sebastian Ocampo Palacios" userId="2317f3a24a4e3b51" providerId="LiveId" clId="{AFEAE12A-5B73-4265-86D9-CE564404A644}" dt="2022-09-21T05:00:03.621" v="15605" actId="1076"/>
          <ac:spMkLst>
            <pc:docMk/>
            <pc:sldMk cId="2273710049" sldId="305"/>
            <ac:spMk id="48" creationId="{C3F3D8A6-454B-17B2-E6FC-34B5F951CE2C}"/>
          </ac:spMkLst>
        </pc:spChg>
        <pc:spChg chg="add mod">
          <ac:chgData name="Sebastian Ocampo Palacios" userId="2317f3a24a4e3b51" providerId="LiveId" clId="{AFEAE12A-5B73-4265-86D9-CE564404A644}" dt="2022-09-21T05:00:21.406" v="15628" actId="1076"/>
          <ac:spMkLst>
            <pc:docMk/>
            <pc:sldMk cId="2273710049" sldId="305"/>
            <ac:spMk id="49" creationId="{23F08453-B9A4-0154-D9A2-6FE94B23362F}"/>
          </ac:spMkLst>
        </pc:spChg>
        <pc:spChg chg="add mod">
          <ac:chgData name="Sebastian Ocampo Palacios" userId="2317f3a24a4e3b51" providerId="LiveId" clId="{AFEAE12A-5B73-4265-86D9-CE564404A644}" dt="2022-09-21T05:00:47.589" v="15677" actId="1076"/>
          <ac:spMkLst>
            <pc:docMk/>
            <pc:sldMk cId="2273710049" sldId="305"/>
            <ac:spMk id="50" creationId="{F242BD98-8045-7816-48BD-5C2E94A50387}"/>
          </ac:spMkLst>
        </pc:spChg>
        <pc:spChg chg="add mod">
          <ac:chgData name="Sebastian Ocampo Palacios" userId="2317f3a24a4e3b51" providerId="LiveId" clId="{AFEAE12A-5B73-4265-86D9-CE564404A644}" dt="2022-09-21T05:12:52.019" v="15913" actId="571"/>
          <ac:spMkLst>
            <pc:docMk/>
            <pc:sldMk cId="2273710049" sldId="305"/>
            <ac:spMk id="51" creationId="{F8920D3F-26DC-611A-690D-04C9B9E600F5}"/>
          </ac:spMkLst>
        </pc:spChg>
        <pc:grpChg chg="del">
          <ac:chgData name="Sebastian Ocampo Palacios" userId="2317f3a24a4e3b51" providerId="LiveId" clId="{AFEAE12A-5B73-4265-86D9-CE564404A644}" dt="2022-09-21T04:47:09.542" v="15201" actId="478"/>
          <ac:grpSpMkLst>
            <pc:docMk/>
            <pc:sldMk cId="2273710049" sldId="305"/>
            <ac:grpSpMk id="29" creationId="{1C7C220E-F1C3-A2AC-01CD-2D177319D1C4}"/>
          </ac:grpSpMkLst>
        </pc:grpChg>
        <pc:grpChg chg="add del">
          <ac:chgData name="Sebastian Ocampo Palacios" userId="2317f3a24a4e3b51" providerId="LiveId" clId="{AFEAE12A-5B73-4265-86D9-CE564404A644}" dt="2022-09-21T04:47:22.603" v="15209" actId="478"/>
          <ac:grpSpMkLst>
            <pc:docMk/>
            <pc:sldMk cId="2273710049" sldId="305"/>
            <ac:grpSpMk id="36" creationId="{2F169EF6-C337-3AA4-B95B-A733605E30C1}"/>
          </ac:grpSpMkLst>
        </pc:grpChg>
        <pc:grpChg chg="add mod">
          <ac:chgData name="Sebastian Ocampo Palacios" userId="2317f3a24a4e3b51" providerId="LiveId" clId="{AFEAE12A-5B73-4265-86D9-CE564404A644}" dt="2022-09-21T04:54:56.212" v="15389" actId="164"/>
          <ac:grpSpMkLst>
            <pc:docMk/>
            <pc:sldMk cId="2273710049" sldId="305"/>
            <ac:grpSpMk id="38" creationId="{B4CC218B-736B-0D0C-75EA-27EBB00529C2}"/>
          </ac:grpSpMkLst>
        </pc:grpChg>
        <pc:grpChg chg="del">
          <ac:chgData name="Sebastian Ocampo Palacios" userId="2317f3a24a4e3b51" providerId="LiveId" clId="{AFEAE12A-5B73-4265-86D9-CE564404A644}" dt="2022-09-21T04:46:55.655" v="15194" actId="478"/>
          <ac:grpSpMkLst>
            <pc:docMk/>
            <pc:sldMk cId="2273710049" sldId="305"/>
            <ac:grpSpMk id="44" creationId="{ED252F59-B784-8BF2-7A4A-FE8B67313B76}"/>
          </ac:grpSpMkLst>
        </pc:grpChg>
        <pc:picChg chg="add mod">
          <ac:chgData name="Sebastian Ocampo Palacios" userId="2317f3a24a4e3b51" providerId="LiveId" clId="{AFEAE12A-5B73-4265-86D9-CE564404A644}" dt="2022-09-21T04:54:56.212" v="15389" actId="164"/>
          <ac:picMkLst>
            <pc:docMk/>
            <pc:sldMk cId="2273710049" sldId="305"/>
            <ac:picMk id="10" creationId="{70D9D5C8-74C4-E1C1-B339-906176C0FE88}"/>
          </ac:picMkLst>
        </pc:picChg>
        <pc:picChg chg="add mod">
          <ac:chgData name="Sebastian Ocampo Palacios" userId="2317f3a24a4e3b51" providerId="LiveId" clId="{AFEAE12A-5B73-4265-86D9-CE564404A644}" dt="2022-09-21T04:54:56.212" v="15389" actId="164"/>
          <ac:picMkLst>
            <pc:docMk/>
            <pc:sldMk cId="2273710049" sldId="305"/>
            <ac:picMk id="13" creationId="{A519516E-1482-C66E-CE46-149A7E5C9826}"/>
          </ac:picMkLst>
        </pc:picChg>
        <pc:picChg chg="add mod">
          <ac:chgData name="Sebastian Ocampo Palacios" userId="2317f3a24a4e3b51" providerId="LiveId" clId="{AFEAE12A-5B73-4265-86D9-CE564404A644}" dt="2022-09-21T04:54:56.212" v="15389" actId="164"/>
          <ac:picMkLst>
            <pc:docMk/>
            <pc:sldMk cId="2273710049" sldId="305"/>
            <ac:picMk id="17" creationId="{EB53A03B-FEC4-2E2F-741F-EB7E72A69831}"/>
          </ac:picMkLst>
        </pc:picChg>
        <pc:picChg chg="add mod">
          <ac:chgData name="Sebastian Ocampo Palacios" userId="2317f3a24a4e3b51" providerId="LiveId" clId="{AFEAE12A-5B73-4265-86D9-CE564404A644}" dt="2022-09-21T04:54:56.212" v="15389" actId="164"/>
          <ac:picMkLst>
            <pc:docMk/>
            <pc:sldMk cId="2273710049" sldId="305"/>
            <ac:picMk id="30" creationId="{C09CD4E5-2B32-4AFC-1BF1-0092C47174D0}"/>
          </ac:picMkLst>
        </pc:picChg>
        <pc:picChg chg="del">
          <ac:chgData name="Sebastian Ocampo Palacios" userId="2317f3a24a4e3b51" providerId="LiveId" clId="{AFEAE12A-5B73-4265-86D9-CE564404A644}" dt="2022-09-21T04:46:53.726" v="15193" actId="478"/>
          <ac:picMkLst>
            <pc:docMk/>
            <pc:sldMk cId="2273710049" sldId="305"/>
            <ac:picMk id="32" creationId="{AD4B887C-86E8-95BD-A2B0-BAE885C3E173}"/>
          </ac:picMkLst>
        </pc:picChg>
        <pc:picChg chg="add mod">
          <ac:chgData name="Sebastian Ocampo Palacios" userId="2317f3a24a4e3b51" providerId="LiveId" clId="{AFEAE12A-5B73-4265-86D9-CE564404A644}" dt="2022-09-21T04:54:56.212" v="15389" actId="164"/>
          <ac:picMkLst>
            <pc:docMk/>
            <pc:sldMk cId="2273710049" sldId="305"/>
            <ac:picMk id="34" creationId="{7AFBC851-F6F8-742F-42A0-52B5110C8B15}"/>
          </ac:picMkLst>
        </pc:picChg>
        <pc:picChg chg="add mod">
          <ac:chgData name="Sebastian Ocampo Palacios" userId="2317f3a24a4e3b51" providerId="LiveId" clId="{AFEAE12A-5B73-4265-86D9-CE564404A644}" dt="2022-09-21T04:59:29.100" v="15553" actId="1076"/>
          <ac:picMkLst>
            <pc:docMk/>
            <pc:sldMk cId="2273710049" sldId="305"/>
            <ac:picMk id="46" creationId="{3E27CF4B-55CB-A638-E8A9-776067AAD20E}"/>
          </ac:picMkLst>
        </pc:picChg>
      </pc:sldChg>
      <pc:sldChg chg="add del">
        <pc:chgData name="Sebastian Ocampo Palacios" userId="2317f3a24a4e3b51" providerId="LiveId" clId="{AFEAE12A-5B73-4265-86D9-CE564404A644}" dt="2022-09-21T03:33:04.883" v="13341" actId="2696"/>
        <pc:sldMkLst>
          <pc:docMk/>
          <pc:sldMk cId="2508467836" sldId="305"/>
        </pc:sldMkLst>
      </pc:sldChg>
      <pc:sldChg chg="addSp delSp modSp add mod ord">
        <pc:chgData name="Sebastian Ocampo Palacios" userId="2317f3a24a4e3b51" providerId="LiveId" clId="{AFEAE12A-5B73-4265-86D9-CE564404A644}" dt="2022-09-21T05:02:48.933" v="15787" actId="14100"/>
        <pc:sldMkLst>
          <pc:docMk/>
          <pc:sldMk cId="357848129" sldId="306"/>
        </pc:sldMkLst>
        <pc:spChg chg="mod">
          <ac:chgData name="Sebastian Ocampo Palacios" userId="2317f3a24a4e3b51" providerId="LiveId" clId="{AFEAE12A-5B73-4265-86D9-CE564404A644}" dt="2022-09-21T03:45:45.631" v="14501" actId="20577"/>
          <ac:spMkLst>
            <pc:docMk/>
            <pc:sldMk cId="357848129" sldId="306"/>
            <ac:spMk id="3" creationId="{C0BA9E09-8EE7-F591-A36D-9204A344FD27}"/>
          </ac:spMkLst>
        </pc:spChg>
        <pc:spChg chg="add mod">
          <ac:chgData name="Sebastian Ocampo Palacios" userId="2317f3a24a4e3b51" providerId="LiveId" clId="{AFEAE12A-5B73-4265-86D9-CE564404A644}" dt="2022-09-21T03:58:34.258" v="14689" actId="1036"/>
          <ac:spMkLst>
            <pc:docMk/>
            <pc:sldMk cId="357848129" sldId="306"/>
            <ac:spMk id="4" creationId="{9A9E6D7B-65C7-E8BE-A425-5FDBBCED5D5D}"/>
          </ac:spMkLst>
        </pc:spChg>
        <pc:spChg chg="mod">
          <ac:chgData name="Sebastian Ocampo Palacios" userId="2317f3a24a4e3b51" providerId="LiveId" clId="{AFEAE12A-5B73-4265-86D9-CE564404A644}" dt="2022-09-21T05:02:48.933" v="15787" actId="14100"/>
          <ac:spMkLst>
            <pc:docMk/>
            <pc:sldMk cId="357848129" sldId="306"/>
            <ac:spMk id="6" creationId="{6FF0C3D0-40A7-FA90-A617-C86E8C9FA648}"/>
          </ac:spMkLst>
        </pc:spChg>
        <pc:picChg chg="add del mod">
          <ac:chgData name="Sebastian Ocampo Palacios" userId="2317f3a24a4e3b51" providerId="LiveId" clId="{AFEAE12A-5B73-4265-86D9-CE564404A644}" dt="2022-09-21T03:46:05.325" v="14542" actId="478"/>
          <ac:picMkLst>
            <pc:docMk/>
            <pc:sldMk cId="357848129" sldId="306"/>
            <ac:picMk id="2" creationId="{DEC100C6-7254-65D2-8BCC-CCF0AB0AF467}"/>
          </ac:picMkLst>
        </pc:picChg>
        <pc:picChg chg="add del mod">
          <ac:chgData name="Sebastian Ocampo Palacios" userId="2317f3a24a4e3b51" providerId="LiveId" clId="{AFEAE12A-5B73-4265-86D9-CE564404A644}" dt="2022-09-21T05:02:17.835" v="15680" actId="478"/>
          <ac:picMkLst>
            <pc:docMk/>
            <pc:sldMk cId="357848129" sldId="306"/>
            <ac:picMk id="7" creationId="{79CB6256-2CD7-4505-0668-9A8309EE1E13}"/>
          </ac:picMkLst>
        </pc:picChg>
      </pc:sldChg>
      <pc:sldChg chg="add del">
        <pc:chgData name="Sebastian Ocampo Palacios" userId="2317f3a24a4e3b51" providerId="LiveId" clId="{AFEAE12A-5B73-4265-86D9-CE564404A644}" dt="2022-09-21T03:34:59.764" v="13385" actId="2696"/>
        <pc:sldMkLst>
          <pc:docMk/>
          <pc:sldMk cId="3198210804" sldId="306"/>
        </pc:sldMkLst>
      </pc:sldChg>
      <pc:sldChg chg="addSp delSp modSp add mod">
        <pc:chgData name="Sebastian Ocampo Palacios" userId="2317f3a24a4e3b51" providerId="LiveId" clId="{AFEAE12A-5B73-4265-86D9-CE564404A644}" dt="2022-09-21T05:56:33.714" v="17702" actId="20577"/>
        <pc:sldMkLst>
          <pc:docMk/>
          <pc:sldMk cId="1637488855" sldId="307"/>
        </pc:sldMkLst>
        <pc:spChg chg="mod">
          <ac:chgData name="Sebastian Ocampo Palacios" userId="2317f3a24a4e3b51" providerId="LiveId" clId="{AFEAE12A-5B73-4265-86D9-CE564404A644}" dt="2022-09-21T05:28:03.414" v="17666" actId="20577"/>
          <ac:spMkLst>
            <pc:docMk/>
            <pc:sldMk cId="1637488855" sldId="307"/>
            <ac:spMk id="3" creationId="{8554DC9F-2C8D-91BD-75AF-3F8F7BCBA389}"/>
          </ac:spMkLst>
        </pc:spChg>
        <pc:spChg chg="mod">
          <ac:chgData name="Sebastian Ocampo Palacios" userId="2317f3a24a4e3b51" providerId="LiveId" clId="{AFEAE12A-5B73-4265-86D9-CE564404A644}" dt="2022-09-21T05:56:33.714" v="17702" actId="20577"/>
          <ac:spMkLst>
            <pc:docMk/>
            <pc:sldMk cId="1637488855" sldId="307"/>
            <ac:spMk id="5" creationId="{7EBF0833-062A-A5B9-DBE1-E03273052133}"/>
          </ac:spMkLst>
        </pc:spChg>
        <pc:picChg chg="add del mod">
          <ac:chgData name="Sebastian Ocampo Palacios" userId="2317f3a24a4e3b51" providerId="LiveId" clId="{AFEAE12A-5B73-4265-86D9-CE564404A644}" dt="2022-09-21T05:56:29.906" v="17699" actId="21"/>
          <ac:picMkLst>
            <pc:docMk/>
            <pc:sldMk cId="1637488855" sldId="307"/>
            <ac:picMk id="4" creationId="{2FB162C2-5331-8914-F058-4FB699857408}"/>
          </ac:picMkLst>
        </pc:picChg>
      </pc:sldChg>
      <pc:sldChg chg="modSp add mod ord">
        <pc:chgData name="Sebastian Ocampo Palacios" userId="2317f3a24a4e3b51" providerId="LiveId" clId="{AFEAE12A-5B73-4265-86D9-CE564404A644}" dt="2022-09-21T05:37:32.705" v="17683" actId="404"/>
        <pc:sldMkLst>
          <pc:docMk/>
          <pc:sldMk cId="176373927" sldId="308"/>
        </pc:sldMkLst>
        <pc:spChg chg="mod">
          <ac:chgData name="Sebastian Ocampo Palacios" userId="2317f3a24a4e3b51" providerId="LiveId" clId="{AFEAE12A-5B73-4265-86D9-CE564404A644}" dt="2022-09-21T05:37:32.705" v="17683" actId="404"/>
          <ac:spMkLst>
            <pc:docMk/>
            <pc:sldMk cId="176373927" sldId="308"/>
            <ac:spMk id="3" creationId="{8554DC9F-2C8D-91BD-75AF-3F8F7BCBA38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parques-recreacion_impacto-anps\datos-procesados\tablas-figuras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5125689760882889E-2"/>
          <c:y val="0.15728184114031388"/>
          <c:w val="0.80451256897608825"/>
          <c:h val="0.66417640976462122"/>
        </c:manualLayout>
      </c:layout>
      <c:lineChart>
        <c:grouping val="standard"/>
        <c:varyColors val="0"/>
        <c:ser>
          <c:idx val="3"/>
          <c:order val="0"/>
          <c:tx>
            <c:strRef>
              <c:f>'Fig 2'!$A$8</c:f>
              <c:strCache>
                <c:ptCount val="1"/>
                <c:pt idx="0">
                  <c:v>Presupuesto por kilómetro cuadrado</c:v>
                </c:pt>
              </c:strCache>
            </c:strRef>
          </c:tx>
          <c:spPr>
            <a:ln w="28575" cap="rnd">
              <a:solidFill>
                <a:srgbClr val="004D40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rgbClr val="004D40"/>
              </a:solidFill>
              <a:ln w="9525">
                <a:noFill/>
              </a:ln>
              <a:effectLst/>
            </c:spPr>
          </c:marker>
          <c:dLbls>
            <c:dLbl>
              <c:idx val="10"/>
              <c:layout>
                <c:manualLayout>
                  <c:x val="-2.452483139178418E-3"/>
                  <c:y val="4.6838407494136612E-4"/>
                </c:manualLayout>
              </c:layout>
              <c:tx>
                <c:rich>
                  <a:bodyPr/>
                  <a:lstStyle/>
                  <a:p>
                    <a:fld id="{C6ABA9D2-E251-4B63-BD8D-1D750ADFBBD8}" type="VALUE">
                      <a:rPr lang="en-US" b="1">
                        <a:solidFill>
                          <a:srgbClr val="004D40"/>
                        </a:solidFill>
                      </a:rPr>
                      <a:pPr/>
                      <a:t>[VALOR]</a:t>
                    </a:fld>
                    <a:endParaRPr lang="es-MX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E5CC-4EB6-A50A-545880D2B164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s-MX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'Fig 2'!$B$2:$L$2</c:f>
              <c:numCache>
                <c:formatCode>m/d/yyyy</c:formatCode>
                <c:ptCount val="11"/>
                <c:pt idx="0">
                  <c:v>40179</c:v>
                </c:pt>
                <c:pt idx="1">
                  <c:v>40544</c:v>
                </c:pt>
                <c:pt idx="2">
                  <c:v>40909</c:v>
                </c:pt>
                <c:pt idx="3">
                  <c:v>41275</c:v>
                </c:pt>
                <c:pt idx="4">
                  <c:v>41640</c:v>
                </c:pt>
                <c:pt idx="5">
                  <c:v>42005</c:v>
                </c:pt>
                <c:pt idx="6">
                  <c:v>42370</c:v>
                </c:pt>
                <c:pt idx="7">
                  <c:v>42736</c:v>
                </c:pt>
                <c:pt idx="8">
                  <c:v>43101</c:v>
                </c:pt>
                <c:pt idx="9">
                  <c:v>43466</c:v>
                </c:pt>
                <c:pt idx="10">
                  <c:v>43831</c:v>
                </c:pt>
              </c:numCache>
            </c:numRef>
          </c:cat>
          <c:val>
            <c:numRef>
              <c:f>'Fig 2'!$B$9:$L$9</c:f>
              <c:numCache>
                <c:formatCode>General</c:formatCode>
                <c:ptCount val="11"/>
                <c:pt idx="0">
                  <c:v>610.77825762251416</c:v>
                </c:pt>
                <c:pt idx="1">
                  <c:v>607.51924679514912</c:v>
                </c:pt>
                <c:pt idx="2">
                  <c:v>612.28166245345528</c:v>
                </c:pt>
                <c:pt idx="3">
                  <c:v>566.93926326501492</c:v>
                </c:pt>
                <c:pt idx="4">
                  <c:v>600.31850748612987</c:v>
                </c:pt>
                <c:pt idx="5">
                  <c:v>486.65279832699565</c:v>
                </c:pt>
                <c:pt idx="6">
                  <c:v>332.31532578599899</c:v>
                </c:pt>
                <c:pt idx="7">
                  <c:v>102.39567358368242</c:v>
                </c:pt>
                <c:pt idx="8">
                  <c:v>79.773911200035428</c:v>
                </c:pt>
                <c:pt idx="9">
                  <c:v>93.028640520867455</c:v>
                </c:pt>
                <c:pt idx="10">
                  <c:v>66.140089678673434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5CC-4EB6-A50A-545880D2B164}"/>
            </c:ext>
          </c:extLst>
        </c:ser>
        <c:ser>
          <c:idx val="0"/>
          <c:order val="1"/>
          <c:tx>
            <c:strRef>
              <c:f>'Fig 2'!$A$10</c:f>
              <c:strCache>
                <c:ptCount val="1"/>
                <c:pt idx="0">
                  <c:v>Marina</c:v>
                </c:pt>
              </c:strCache>
            </c:strRef>
          </c:tx>
          <c:spPr>
            <a:ln w="28575" cap="rnd">
              <a:solidFill>
                <a:srgbClr val="072450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rgbClr val="072450"/>
              </a:solidFill>
              <a:ln w="9525">
                <a:noFill/>
                <a:prstDash val="sysDash"/>
              </a:ln>
              <a:effectLst/>
            </c:spPr>
          </c:marker>
          <c:cat>
            <c:numRef>
              <c:f>'Fig 2'!$B$2:$L$2</c:f>
              <c:numCache>
                <c:formatCode>m/d/yyyy</c:formatCode>
                <c:ptCount val="11"/>
                <c:pt idx="0">
                  <c:v>40179</c:v>
                </c:pt>
                <c:pt idx="1">
                  <c:v>40544</c:v>
                </c:pt>
                <c:pt idx="2">
                  <c:v>40909</c:v>
                </c:pt>
                <c:pt idx="3">
                  <c:v>41275</c:v>
                </c:pt>
                <c:pt idx="4">
                  <c:v>41640</c:v>
                </c:pt>
                <c:pt idx="5">
                  <c:v>42005</c:v>
                </c:pt>
                <c:pt idx="6">
                  <c:v>42370</c:v>
                </c:pt>
                <c:pt idx="7">
                  <c:v>42736</c:v>
                </c:pt>
                <c:pt idx="8">
                  <c:v>43101</c:v>
                </c:pt>
                <c:pt idx="9">
                  <c:v>43466</c:v>
                </c:pt>
                <c:pt idx="10">
                  <c:v>43831</c:v>
                </c:pt>
              </c:numCache>
            </c:numRef>
          </c:cat>
          <c:val>
            <c:numRef>
              <c:f>'Fig 2'!$B$10:$L$10</c:f>
              <c:numCache>
                <c:formatCode>0.0000</c:formatCode>
                <c:ptCount val="11"/>
                <c:pt idx="0">
                  <c:v>102.64243959747429</c:v>
                </c:pt>
                <c:pt idx="1">
                  <c:v>101.55102426633155</c:v>
                </c:pt>
                <c:pt idx="2">
                  <c:v>102.34709482810271</c:v>
                </c:pt>
                <c:pt idx="3">
                  <c:v>95.365617768965507</c:v>
                </c:pt>
                <c:pt idx="4">
                  <c:v>100.9803854382137</c:v>
                </c:pt>
                <c:pt idx="5">
                  <c:v>81.860523266943787</c:v>
                </c:pt>
                <c:pt idx="6">
                  <c:v>55.878943627877568</c:v>
                </c:pt>
                <c:pt idx="7">
                  <c:v>73.629766141115056</c:v>
                </c:pt>
                <c:pt idx="8">
                  <c:v>61.003263493173392</c:v>
                </c:pt>
                <c:pt idx="9">
                  <c:v>71.139180525771494</c:v>
                </c:pt>
                <c:pt idx="10">
                  <c:v>50.577453924917265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5CC-4EB6-A50A-545880D2B164}"/>
            </c:ext>
          </c:extLst>
        </c:ser>
        <c:ser>
          <c:idx val="1"/>
          <c:order val="2"/>
          <c:tx>
            <c:strRef>
              <c:f>'Fig 2'!$A$11</c:f>
              <c:strCache>
                <c:ptCount val="1"/>
                <c:pt idx="0">
                  <c:v>Terrestre</c:v>
                </c:pt>
              </c:strCache>
            </c:strRef>
          </c:tx>
          <c:spPr>
            <a:ln w="28575" cap="rnd">
              <a:solidFill>
                <a:srgbClr val="E0AAAA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rgbClr val="E0AAAA"/>
              </a:solidFill>
              <a:ln w="9525">
                <a:noFill/>
                <a:prstDash val="sysDash"/>
              </a:ln>
              <a:effectLst/>
            </c:spPr>
          </c:marker>
          <c:cat>
            <c:numRef>
              <c:f>'Fig 2'!$B$2:$L$2</c:f>
              <c:numCache>
                <c:formatCode>m/d/yyyy</c:formatCode>
                <c:ptCount val="11"/>
                <c:pt idx="0">
                  <c:v>40179</c:v>
                </c:pt>
                <c:pt idx="1">
                  <c:v>40544</c:v>
                </c:pt>
                <c:pt idx="2">
                  <c:v>40909</c:v>
                </c:pt>
                <c:pt idx="3">
                  <c:v>41275</c:v>
                </c:pt>
                <c:pt idx="4">
                  <c:v>41640</c:v>
                </c:pt>
                <c:pt idx="5">
                  <c:v>42005</c:v>
                </c:pt>
                <c:pt idx="6">
                  <c:v>42370</c:v>
                </c:pt>
                <c:pt idx="7">
                  <c:v>42736</c:v>
                </c:pt>
                <c:pt idx="8">
                  <c:v>43101</c:v>
                </c:pt>
                <c:pt idx="9">
                  <c:v>43466</c:v>
                </c:pt>
                <c:pt idx="10">
                  <c:v>43831</c:v>
                </c:pt>
              </c:numCache>
            </c:numRef>
          </c:cat>
          <c:val>
            <c:numRef>
              <c:f>'Fig 2'!$B$11:$L$11</c:f>
              <c:numCache>
                <c:formatCode>0.0000</c:formatCode>
                <c:ptCount val="11"/>
                <c:pt idx="0">
                  <c:v>508.13589131675968</c:v>
                </c:pt>
                <c:pt idx="1">
                  <c:v>505.96829504121354</c:v>
                </c:pt>
                <c:pt idx="2">
                  <c:v>509.93464070618182</c:v>
                </c:pt>
                <c:pt idx="3">
                  <c:v>471.57369053632283</c:v>
                </c:pt>
                <c:pt idx="4">
                  <c:v>499.33816973999092</c:v>
                </c:pt>
                <c:pt idx="5">
                  <c:v>404.79231372199774</c:v>
                </c:pt>
                <c:pt idx="6">
                  <c:v>276.43627659374869</c:v>
                </c:pt>
                <c:pt idx="7">
                  <c:v>28.765907442567364</c:v>
                </c:pt>
                <c:pt idx="8">
                  <c:v>18.770647706862036</c:v>
                </c:pt>
                <c:pt idx="9">
                  <c:v>21.889459995095965</c:v>
                </c:pt>
                <c:pt idx="10">
                  <c:v>15.562635753756167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5CC-4EB6-A50A-545880D2B1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31372511"/>
        <c:axId val="1831373343"/>
      </c:lineChart>
      <c:dateAx>
        <c:axId val="1831372511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MX"/>
          </a:p>
        </c:txPr>
        <c:crossAx val="1831373343"/>
        <c:crosses val="autoZero"/>
        <c:auto val="1"/>
        <c:lblOffset val="100"/>
        <c:baseTimeUnit val="years"/>
        <c:majorUnit val="2"/>
        <c:majorTimeUnit val="years"/>
        <c:minorUnit val="2"/>
      </c:dateAx>
      <c:valAx>
        <c:axId val="1831373343"/>
        <c:scaling>
          <c:orientation val="minMax"/>
          <c:max val="650"/>
          <c:min val="0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>
            <a:solidFill>
              <a:schemeClr val="tx1">
                <a:lumMod val="95000"/>
                <a:lumOff val="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MX"/>
          </a:p>
        </c:txPr>
        <c:crossAx val="1831372511"/>
        <c:crosses val="autoZero"/>
        <c:crossBetween val="midCat"/>
        <c:majorUnit val="150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s-MX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s-MX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0.90272</cdr:y>
    </cdr:from>
    <cdr:to>
      <cdr:x>0.97762</cdr:x>
      <cdr:y>1</cdr:y>
    </cdr:to>
    <cdr:sp macro="" textlink="">
      <cdr:nvSpPr>
        <cdr:cNvPr id="2" name="CuadroTexto 4">
          <a:extLst xmlns:a="http://schemas.openxmlformats.org/drawingml/2006/main">
            <a:ext uri="{FF2B5EF4-FFF2-40B4-BE49-F238E27FC236}">
              <a16:creationId xmlns:a16="http://schemas.microsoft.com/office/drawing/2014/main" id="{93E1ED33-962F-A2B0-0618-B29B1058CB27}"/>
            </a:ext>
          </a:extLst>
        </cdr:cNvPr>
        <cdr:cNvSpPr txBox="1"/>
      </cdr:nvSpPr>
      <cdr:spPr>
        <a:xfrm xmlns:a="http://schemas.openxmlformats.org/drawingml/2006/main">
          <a:off x="0" y="2454972"/>
          <a:ext cx="5062540" cy="264560"/>
        </a:xfrm>
        <a:prstGeom xmlns:a="http://schemas.openxmlformats.org/drawingml/2006/main" prst="rect">
          <a:avLst/>
        </a:prstGeom>
        <a:noFill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wrap="none" rtlCol="0" anchor="t">
          <a:spAutoFit/>
        </a:bodyPr>
        <a:lstStyle xmlns:a="http://schemas.openxmlformats.org/drawingml/2006/main">
          <a:lvl1pPr marL="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s-MX" b="1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Fuente: </a:t>
          </a:r>
          <a:r>
            <a:rPr lang="es-MX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Elaboración propia con base en solicitud de transparencia 330008322000126.</a:t>
          </a:r>
          <a:endParaRPr lang="es-MX" sz="1100">
            <a:solidFill>
              <a:sysClr val="windowText" lastClr="0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0F9291-0D8F-4C41-96E2-940B6844B5C1}" type="datetimeFigureOut">
              <a:rPr lang="es-MX" smtClean="0"/>
              <a:t>20/09/2022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405F3B-8679-469D-A34A-E377BD6301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2882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El índice ofrece una visión fundamental para entender a poblaciones pequeñas, rurales y con acceso limitado a bienes públicos.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405F3B-8679-469D-A34A-E377BD63011F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4571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Pensar en un ejemplo para ilustrar los efectos.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405F3B-8679-469D-A34A-E377BD63011F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11024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586CB-9759-4FB5-B1C3-7EE13A2A95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18F615-F566-4605-8975-F5E07BA2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C9D4C-A73B-4D26-A507-8FF3DB9A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4BDC7-20CE-47FC-B310-B3F6B8F4FA58}" type="datetimeFigureOut">
              <a:rPr lang="es-MX" smtClean="0"/>
              <a:t>20/09/2022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DDB33-CFE2-4C28-B6A3-C0B4A3CE7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FD284-3BB0-4783-8FF1-0DED7E3CE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1738-30A3-4DF3-AC93-6BB035F4D5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68311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2FB58-532E-48C0-AE7B-6594ACE33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3E4CF-FAB9-407A-8587-76D94D488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E1505-BD94-4056-B1D3-CB35D4BBB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4BDC7-20CE-47FC-B310-B3F6B8F4FA58}" type="datetimeFigureOut">
              <a:rPr lang="es-MX" smtClean="0"/>
              <a:t>20/09/2022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81AFB-0574-4BBC-A28D-A3A04E20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29335-7278-40CB-97AE-596ECF7D6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1738-30A3-4DF3-AC93-6BB035F4D5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0706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98E97-E8C4-41BF-AB7E-5BF62B08C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F443C-EF06-433D-B757-B59ED6FB7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15FA6-BEA3-4659-8982-02D3CABE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4BDC7-20CE-47FC-B310-B3F6B8F4FA58}" type="datetimeFigureOut">
              <a:rPr lang="es-MX" smtClean="0"/>
              <a:t>20/09/2022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5199E-788A-47DA-BD4F-100749082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BE0E5-6B1E-489A-995C-4E5E5308F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1738-30A3-4DF3-AC93-6BB035F4D5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2400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E8AF8-1EEE-4821-9EDB-FDC257F35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A8CD8-C6BD-43B5-96C0-0F1CA5BCE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42ADE8-DCE0-4B6E-ACF5-64036A24A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B1C57-EF13-4B50-8F4D-74ED14913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4BDC7-20CE-47FC-B310-B3F6B8F4FA58}" type="datetimeFigureOut">
              <a:rPr lang="es-MX" smtClean="0"/>
              <a:t>20/09/2022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541E0-1EB6-41B8-B475-6CC13EC5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84AB1-27B5-4676-BB91-ADE1956A9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1738-30A3-4DF3-AC93-6BB035F4D5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5898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2DFAF-8738-4DE3-8188-05323FCA6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126E4-FEE0-483A-8B45-649488D1D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8D3A1-BE74-49EF-A78B-8BD4DC8E9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549E3D-9986-4FC4-A79E-562E1E6BE5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9EC594-2189-46A9-9C3F-C7BCF66BF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929C6F-5CF4-4308-9F33-14F73BCD7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4BDC7-20CE-47FC-B310-B3F6B8F4FA58}" type="datetimeFigureOut">
              <a:rPr lang="es-MX" smtClean="0"/>
              <a:t>20/09/2022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D0FE8D-BA72-4061-9426-26B8E0ECD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FEAE72-1AA2-4AF8-B4D9-5DA891767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1738-30A3-4DF3-AC93-6BB035F4D5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0764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81F8D-764C-4D6C-ACF3-2E7CF6D85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F7BC51-C052-490C-B39F-19EE468EC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4BDC7-20CE-47FC-B310-B3F6B8F4FA58}" type="datetimeFigureOut">
              <a:rPr lang="es-MX" smtClean="0"/>
              <a:t>20/09/2022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AE57F3-BE89-42C3-B9F2-8B605F61D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BCC111-CB83-4361-8185-B6A2F8D5F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1738-30A3-4DF3-AC93-6BB035F4D5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7102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F4DAF7-828C-41FE-AE84-04B139B64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4BDC7-20CE-47FC-B310-B3F6B8F4FA58}" type="datetimeFigureOut">
              <a:rPr lang="es-MX" smtClean="0"/>
              <a:t>20/09/2022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DF21F1-C40E-4A75-BAA2-1FF78BC3A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78945-2128-4B2D-BE6E-0D4F094B4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1738-30A3-4DF3-AC93-6BB035F4D5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0056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BCA95-CBE7-471C-B102-1CD5E3C2D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7F17C-23AA-4E53-8E73-F97F180F8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A6FD6-75EE-4425-9D5B-BE6B8BDC6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10AB95-045F-4B0C-BB43-02A846F28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4BDC7-20CE-47FC-B310-B3F6B8F4FA58}" type="datetimeFigureOut">
              <a:rPr lang="es-MX" smtClean="0"/>
              <a:t>20/09/2022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470F3-16B4-405A-901A-27A824192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4AB9FE-694F-4E52-9564-FC95486EA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1738-30A3-4DF3-AC93-6BB035F4D5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3008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D5F47-1040-42A1-85CC-DD2E65136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46E0F7-B4A3-4C38-90EF-A5277517A5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E41549-A370-49D9-A6AF-B2B02F660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DE7106-5F2C-4CAC-8FD7-05B43966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4BDC7-20CE-47FC-B310-B3F6B8F4FA58}" type="datetimeFigureOut">
              <a:rPr lang="es-MX" smtClean="0"/>
              <a:t>20/09/2022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4AAF7-9A69-4EFE-9E3D-FB7346169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06C00B-F056-4FBC-BBD4-9DF203978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1738-30A3-4DF3-AC93-6BB035F4D5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08539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C296B-0914-4018-A08F-D4599805F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CBB480-1B77-4F50-A6F1-0D7F61207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A1185-B1AE-4189-A83E-A781061A4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4BDC7-20CE-47FC-B310-B3F6B8F4FA58}" type="datetimeFigureOut">
              <a:rPr lang="es-MX" smtClean="0"/>
              <a:t>20/09/2022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4B295-BC54-4F5C-A830-EDB5D9907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A0B1F-A6B9-49D3-9CDD-E6FE39FC4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1738-30A3-4DF3-AC93-6BB035F4D5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2701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E4203A-F70F-48C1-A9AF-387ADB6F9D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298EBC-4FF8-4857-890B-786CEBCC7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C4D64-E546-4DE9-BD31-38400C7BF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4BDC7-20CE-47FC-B310-B3F6B8F4FA58}" type="datetimeFigureOut">
              <a:rPr lang="es-MX" smtClean="0"/>
              <a:t>20/09/2022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212D0-F02E-474D-87EA-614467910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F879E-DA6A-4D0A-B8B8-6358CB401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1738-30A3-4DF3-AC93-6BB035F4D5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2834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B5576D-D73B-4C8B-8520-9E70493C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F7CA13-2FAF-458E-BB67-C74DF82B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9E78C-5F8D-428C-A39A-524C999C87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4BDC7-20CE-47FC-B310-B3F6B8F4FA58}" type="datetimeFigureOut">
              <a:rPr lang="es-MX" smtClean="0"/>
              <a:t>20/09/2022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26156-A910-4382-A8D1-EF4D79170B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E7964-2DB1-4AB4-9EF2-261FC2DB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E1738-30A3-4DF3-AC93-6BB035F4D5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7433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" Target="slide2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18" Type="http://schemas.openxmlformats.org/officeDocument/2006/relationships/image" Target="../media/image21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0.png"/><Relationship Id="rId2" Type="http://schemas.openxmlformats.org/officeDocument/2006/relationships/image" Target="../media/image6.png"/><Relationship Id="rId16" Type="http://schemas.openxmlformats.org/officeDocument/2006/relationships/slide" Target="slide25.xml"/><Relationship Id="rId20" Type="http://schemas.openxmlformats.org/officeDocument/2006/relationships/image" Target="../media/image2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png"/><Relationship Id="rId19" Type="http://schemas.openxmlformats.org/officeDocument/2006/relationships/image" Target="../media/image22.pn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svg"/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ocapal/impactos-anps_2020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7.xml"/><Relationship Id="rId4" Type="http://schemas.openxmlformats.org/officeDocument/2006/relationships/slide" Target="slide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7.xml"/><Relationship Id="rId4" Type="http://schemas.openxmlformats.org/officeDocument/2006/relationships/slide" Target="slide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svg"/><Relationship Id="rId3" Type="http://schemas.openxmlformats.org/officeDocument/2006/relationships/image" Target="../media/image50.svg"/><Relationship Id="rId7" Type="http://schemas.openxmlformats.org/officeDocument/2006/relationships/image" Target="../media/image54.svg"/><Relationship Id="rId12" Type="http://schemas.openxmlformats.org/officeDocument/2006/relationships/image" Target="../media/image59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svg"/><Relationship Id="rId5" Type="http://schemas.openxmlformats.org/officeDocument/2006/relationships/image" Target="../media/image52.sv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2EF8BF2-45DA-4740-9D4F-5CD48092A98F}"/>
              </a:ext>
            </a:extLst>
          </p:cNvPr>
          <p:cNvSpPr txBox="1"/>
          <p:nvPr/>
        </p:nvSpPr>
        <p:spPr>
          <a:xfrm>
            <a:off x="2788521" y="3429000"/>
            <a:ext cx="715191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Rockwell Nova" panose="020B0604020202020204" pitchFamily="18" charset="0"/>
                <a:ea typeface="Roboto Condensed" pitchFamily="2" charset="0"/>
                <a:cs typeface="Times New Roman" panose="02020603050405020304" pitchFamily="18" charset="0"/>
              </a:rPr>
              <a:t>Centro de </a:t>
            </a:r>
            <a:r>
              <a:rPr lang="es-MX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Rockwell Nova" panose="020B0604020202020204" pitchFamily="18" charset="0"/>
                <a:ea typeface="Roboto Condensed" pitchFamily="2" charset="0"/>
                <a:cs typeface="Times New Roman" panose="02020603050405020304" pitchFamily="18" charset="0"/>
              </a:rPr>
              <a:t>Investigación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Rockwell Nova" panose="020B0604020202020204" pitchFamily="18" charset="0"/>
                <a:ea typeface="Roboto Condensed" pitchFamily="2" charset="0"/>
                <a:cs typeface="Times New Roman" panose="02020603050405020304" pitchFamily="18" charset="0"/>
              </a:rPr>
              <a:t> y </a:t>
            </a:r>
            <a:r>
              <a:rPr lang="es-MX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Rockwell Nova" panose="020B0604020202020204" pitchFamily="18" charset="0"/>
                <a:ea typeface="Roboto Condensed" pitchFamily="2" charset="0"/>
                <a:cs typeface="Times New Roman" panose="02020603050405020304" pitchFamily="18" charset="0"/>
              </a:rPr>
              <a:t>Docencia Económicas</a:t>
            </a:r>
          </a:p>
          <a:p>
            <a:pPr algn="ctr"/>
            <a:r>
              <a:rPr lang="es-MX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Rockwell Nova" panose="020B0604020202020204" pitchFamily="18" charset="0"/>
                <a:ea typeface="Roboto Condensed" pitchFamily="2" charset="0"/>
                <a:cs typeface="Times New Roman" panose="02020603050405020304" pitchFamily="18" charset="0"/>
              </a:rPr>
              <a:t>21 de septiembre de 2022</a:t>
            </a:r>
          </a:p>
          <a:p>
            <a:pPr algn="ctr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Rockwell Nova" panose="020B0604020202020204" pitchFamily="18" charset="0"/>
                <a:ea typeface="Roboto Condensed" pitchFamily="2" charset="0"/>
                <a:cs typeface="Times New Roman" panose="02020603050405020304" pitchFamily="18" charset="0"/>
              </a:rPr>
              <a:t>Sebastián Ocampo Palacios</a:t>
            </a:r>
            <a:endParaRPr lang="es-MX" sz="2000" dirty="0">
              <a:solidFill>
                <a:schemeClr val="tx1">
                  <a:lumMod val="85000"/>
                  <a:lumOff val="15000"/>
                </a:schemeClr>
              </a:solidFill>
              <a:latin typeface="Rockwell Nova" panose="020B0604020202020204" pitchFamily="18" charset="0"/>
              <a:ea typeface="Roboto Condensed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97A3DD9-7100-7833-69E9-87A0DB3CA552}"/>
              </a:ext>
            </a:extLst>
          </p:cNvPr>
          <p:cNvSpPr txBox="1"/>
          <p:nvPr/>
        </p:nvSpPr>
        <p:spPr>
          <a:xfrm>
            <a:off x="2660469" y="2351782"/>
            <a:ext cx="7721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3200" b="1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Impacto de las Áreas Naturales Protegidas en el Ingreso y la Marginación Municipal 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89C0E62D-FD1E-5C77-2EB6-ACB989218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0453" y="273257"/>
            <a:ext cx="1007802" cy="125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951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CDAA6E-6E77-EADF-CF18-4DF691A6A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lvl="1">
              <a:lnSpc>
                <a:spcPct val="150000"/>
              </a:lnSpc>
            </a:pPr>
            <a:r>
              <a:rPr lang="es-MX" dirty="0">
                <a:latin typeface="Roboto Condensed" pitchFamily="2" charset="0"/>
                <a:ea typeface="Roboto Condensed" pitchFamily="2" charset="0"/>
              </a:rPr>
              <a:t>Ejemplo de caso: el Parque Nacional Cabo Pulmo</a:t>
            </a:r>
          </a:p>
          <a:p>
            <a:pPr lvl="1">
              <a:lnSpc>
                <a:spcPct val="150000"/>
              </a:lnSpc>
            </a:pPr>
            <a:r>
              <a:rPr lang="es-MX" dirty="0">
                <a:latin typeface="Roboto Condensed" pitchFamily="2" charset="0"/>
                <a:ea typeface="Roboto Condensed" pitchFamily="2" charset="0"/>
              </a:rPr>
              <a:t>Pregunta de investigación e hipótesis</a:t>
            </a:r>
          </a:p>
          <a:p>
            <a:pPr lvl="1">
              <a:lnSpc>
                <a:spcPct val="150000"/>
              </a:lnSpc>
            </a:pPr>
            <a:r>
              <a:rPr lang="es-MX" dirty="0">
                <a:latin typeface="Roboto Condensed" pitchFamily="2" charset="0"/>
                <a:ea typeface="Roboto Condensed" pitchFamily="2" charset="0"/>
              </a:rPr>
              <a:t>Objetivos</a:t>
            </a:r>
          </a:p>
          <a:p>
            <a:pPr lvl="1">
              <a:lnSpc>
                <a:spcPct val="150000"/>
              </a:lnSpc>
            </a:pPr>
            <a:r>
              <a:rPr lang="es-MX" dirty="0">
                <a:latin typeface="Roboto Condensed" pitchFamily="2" charset="0"/>
                <a:ea typeface="Roboto Condensed" pitchFamily="2" charset="0"/>
              </a:rPr>
              <a:t>Panorama actual de las Áreas Naturales Protegidas</a:t>
            </a:r>
          </a:p>
          <a:p>
            <a:pPr lvl="1">
              <a:lnSpc>
                <a:spcPct val="150000"/>
              </a:lnSpc>
            </a:pPr>
            <a:r>
              <a:rPr lang="es-MX" dirty="0">
                <a:latin typeface="Roboto Condensed" pitchFamily="2" charset="0"/>
                <a:ea typeface="Roboto Condensed" pitchFamily="2" charset="0"/>
              </a:rPr>
              <a:t>Evaluación de impacto</a:t>
            </a:r>
          </a:p>
          <a:p>
            <a:pPr lvl="2">
              <a:lnSpc>
                <a:spcPct val="150000"/>
              </a:lnSpc>
            </a:pPr>
            <a:r>
              <a:rPr lang="es-MX" dirty="0">
                <a:latin typeface="Roboto Condensed" pitchFamily="2" charset="0"/>
                <a:ea typeface="Roboto Condensed" pitchFamily="2" charset="0"/>
              </a:rPr>
              <a:t>Índice de propensión para emparejamiento </a:t>
            </a:r>
            <a:r>
              <a:rPr lang="es-MX" i="1" dirty="0">
                <a:latin typeface="Roboto Condensed" pitchFamily="2" charset="0"/>
                <a:ea typeface="Roboto Condensed" pitchFamily="2" charset="0"/>
              </a:rPr>
              <a:t>(PSM)</a:t>
            </a:r>
          </a:p>
          <a:p>
            <a:pPr lvl="2">
              <a:lnSpc>
                <a:spcPct val="150000"/>
              </a:lnSpc>
            </a:pPr>
            <a:r>
              <a:rPr lang="es-MX" dirty="0">
                <a:latin typeface="Roboto Condensed" pitchFamily="2" charset="0"/>
                <a:ea typeface="Roboto Condensed" pitchFamily="2" charset="0"/>
              </a:rPr>
              <a:t>Resultados del emparejamiento</a:t>
            </a:r>
          </a:p>
          <a:p>
            <a:pPr lvl="2">
              <a:lnSpc>
                <a:spcPct val="150000"/>
              </a:lnSpc>
            </a:pPr>
            <a:r>
              <a:rPr lang="es-MX" dirty="0">
                <a:latin typeface="Roboto Condensed" pitchFamily="2" charset="0"/>
                <a:ea typeface="Roboto Condensed" pitchFamily="2" charset="0"/>
              </a:rPr>
              <a:t>Resultados ajustados por heterogeneidad en ANPs</a:t>
            </a:r>
          </a:p>
          <a:p>
            <a:pPr lvl="1">
              <a:lnSpc>
                <a:spcPct val="150000"/>
              </a:lnSpc>
            </a:pPr>
            <a:r>
              <a:rPr lang="es-MX" dirty="0">
                <a:latin typeface="Roboto Condensed" pitchFamily="2" charset="0"/>
                <a:ea typeface="Roboto Condensed" pitchFamily="2" charset="0"/>
              </a:rPr>
              <a:t>Discusión</a:t>
            </a:r>
          </a:p>
          <a:p>
            <a:pPr lvl="1">
              <a:lnSpc>
                <a:spcPct val="150000"/>
              </a:lnSpc>
            </a:pPr>
            <a:endParaRPr lang="es-MX" dirty="0">
              <a:latin typeface="Roboto Condensed" pitchFamily="2" charset="0"/>
              <a:ea typeface="Roboto Condensed" pitchFamily="2" charset="0"/>
            </a:endParaRPr>
          </a:p>
          <a:p>
            <a:pPr marL="0" indent="0">
              <a:buNone/>
            </a:pPr>
            <a:endParaRPr lang="es-MX" dirty="0">
              <a:latin typeface="Roboto Condensed" pitchFamily="2" charset="0"/>
              <a:ea typeface="Roboto Condensed" pitchFamily="2" charset="0"/>
            </a:endParaRP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7DACEB46-72AA-CE97-3D89-545808ABDB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60141"/>
            <a:ext cx="105156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rgbClr val="206A5D"/>
                </a:solidFill>
                <a:highlight>
                  <a:srgbClr val="BFDCAE"/>
                </a:highlight>
                <a:latin typeface="Roboto Condensed" pitchFamily="2" charset="0"/>
                <a:ea typeface="Roboto Condensed" pitchFamily="2" charset="0"/>
              </a:rPr>
              <a:t>Hoja de ruta</a:t>
            </a:r>
          </a:p>
        </p:txBody>
      </p:sp>
    </p:spTree>
    <p:extLst>
      <p:ext uri="{BB962C8B-B14F-4D97-AF65-F5344CB8AC3E}">
        <p14:creationId xmlns:p14="http://schemas.microsoft.com/office/powerpoint/2010/main" val="3091089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85F22-8955-7AE1-BFEC-CEA46AB3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>
                <a:solidFill>
                  <a:srgbClr val="206A5D"/>
                </a:solidFill>
                <a:latin typeface="Roboto Condensed" pitchFamily="2" charset="0"/>
                <a:ea typeface="Roboto Condensed" pitchFamily="2" charset="0"/>
              </a:rPr>
              <a:t>Ejemplo de caso: Parque Nacional Cabo Pulmo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91C4126D-B9E9-A49F-3D38-A626340D5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90261"/>
            <a:ext cx="4256315" cy="47996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El Parque Nacional Cabo Pulmo en Baja California Sur aloja </a:t>
            </a:r>
            <a:r>
              <a:rPr lang="es-MX" b="1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alrededor de 60 personas que se sostienen del aprovechamiento sostenible de los recursos y el turismo.</a:t>
            </a: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 Anteriormente, su población se dedicaba a la pesca. </a:t>
            </a:r>
          </a:p>
          <a:p>
            <a:pPr marL="0" indent="0">
              <a:buNone/>
            </a:pPr>
            <a:endParaRPr lang="es-MX" dirty="0">
              <a:solidFill>
                <a:schemeClr val="bg2">
                  <a:lumMod val="25000"/>
                </a:schemeClr>
              </a:solidFill>
              <a:latin typeface="Roboto Condensed" pitchFamily="2" charset="0"/>
              <a:ea typeface="Roboto Condensed" pitchFamily="2" charset="0"/>
            </a:endParaRPr>
          </a:p>
          <a:p>
            <a:pPr marL="0" indent="0">
              <a:buNone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Será nuestro ejemplo guía.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8849892-BE9D-5FD2-7A47-80B07D7C0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71" y="1338943"/>
            <a:ext cx="6337710" cy="332729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8B79A51-7F35-7F8B-8391-8E426C111FF4}"/>
              </a:ext>
            </a:extLst>
          </p:cNvPr>
          <p:cNvSpPr txBox="1"/>
          <p:nvPr/>
        </p:nvSpPr>
        <p:spPr>
          <a:xfrm>
            <a:off x="5660571" y="480775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"Ya no se puede soportar más presencia en el 60 % de los sitios de buceo. Todavía tenemos algunos sitios disponibles para buceo de alta calidad y de alta capacitación. Pero el buceo tradicional, costero, está rebasado", aseguró este lunes a Efe el director de la Comisión Nacional de Áreas Naturales Protegidas Región Noroeste, Benito Bermúdez.</a:t>
            </a:r>
          </a:p>
        </p:txBody>
      </p:sp>
    </p:spTree>
    <p:extLst>
      <p:ext uri="{BB962C8B-B14F-4D97-AF65-F5344CB8AC3E}">
        <p14:creationId xmlns:p14="http://schemas.microsoft.com/office/powerpoint/2010/main" val="882788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85F22-8955-7AE1-BFEC-CEA46AB3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rgbClr val="206A5D"/>
                </a:solidFill>
                <a:latin typeface="Roboto Condensed" pitchFamily="2" charset="0"/>
                <a:ea typeface="Roboto Condensed" pitchFamily="2" charset="0"/>
              </a:rPr>
              <a:t>Pregunta de investigación e hipótesis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91C4126D-B9E9-A49F-3D38-A626340D5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261"/>
            <a:ext cx="10515600" cy="4586702"/>
          </a:xfrm>
        </p:spPr>
        <p:txBody>
          <a:bodyPr/>
          <a:lstStyle/>
          <a:p>
            <a:pPr marL="0" indent="0">
              <a:buNone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El documento está estructurado con base en esta hipótesis:</a:t>
            </a:r>
            <a:endParaRPr lang="es-MX" b="1" dirty="0">
              <a:solidFill>
                <a:schemeClr val="bg2">
                  <a:lumMod val="25000"/>
                </a:schemeClr>
              </a:solidFill>
              <a:latin typeface="Roboto Condensed" pitchFamily="2" charset="0"/>
              <a:ea typeface="Roboto Condensed" pitchFamily="2" charset="0"/>
            </a:endParaRPr>
          </a:p>
          <a:p>
            <a:pPr marL="0" indent="0">
              <a:buNone/>
            </a:pPr>
            <a:r>
              <a:rPr lang="es-MX" b="1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	Pregunta de investigación</a:t>
            </a:r>
          </a:p>
          <a:p>
            <a:pPr marL="0" indent="0">
              <a:buNone/>
            </a:pPr>
            <a:r>
              <a:rPr lang="es-MX" b="1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	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¿Cuáles son los impactos en la marginación y el ingreso que generan las 	Áreas Naturales Protegidas (ANPs) en las poblaciones cercanas?</a:t>
            </a:r>
            <a:endParaRPr lang="es-MX" sz="2400" dirty="0">
              <a:solidFill>
                <a:schemeClr val="bg2">
                  <a:lumMod val="25000"/>
                </a:schemeClr>
              </a:solidFill>
              <a:highlight>
                <a:srgbClr val="FFF8C1"/>
              </a:highlight>
              <a:latin typeface="Roboto Condensed" pitchFamily="2" charset="0"/>
              <a:ea typeface="Roboto Condensed" pitchFamily="2" charset="0"/>
            </a:endParaRPr>
          </a:p>
          <a:p>
            <a:pPr marL="0" indent="0">
              <a:buNone/>
            </a:pPr>
            <a:r>
              <a:rPr lang="es-MX" b="1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	Hipótesis</a:t>
            </a:r>
          </a:p>
          <a:p>
            <a:pPr marL="0" indent="0">
              <a:buNone/>
            </a:pPr>
            <a:r>
              <a:rPr lang="es-MX" b="1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	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Las ANPs tienen un impacto diferenciado que está sujeto a las restricciones 	de su programa de conservación. En ese sentido, las categorías que tienden a 	relegar la dimensión social (i.e. espacios de recreación y aprovechamiento) 	suelen afectar negativamente ambas dimensiones. </a:t>
            </a:r>
          </a:p>
          <a:p>
            <a:pPr marL="0" indent="0">
              <a:buNone/>
            </a:pPr>
            <a:endParaRPr lang="es-MX" dirty="0">
              <a:solidFill>
                <a:schemeClr val="bg2">
                  <a:lumMod val="25000"/>
                </a:schemeClr>
              </a:solidFill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938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85F22-8955-7AE1-BFEC-CEA46AB3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rgbClr val="206A5D"/>
                </a:solidFill>
                <a:latin typeface="Roboto Condensed" pitchFamily="2" charset="0"/>
                <a:ea typeface="Roboto Condensed" pitchFamily="2" charset="0"/>
              </a:rPr>
              <a:t>Objetivos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91C4126D-B9E9-A49F-3D38-A626340D5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261"/>
            <a:ext cx="10515600" cy="4586702"/>
          </a:xfrm>
        </p:spPr>
        <p:txBody>
          <a:bodyPr/>
          <a:lstStyle/>
          <a:p>
            <a:pPr marL="0" indent="0">
              <a:buNone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El documento considera dos secciones con marcos teóricos distintos:</a:t>
            </a:r>
            <a:endParaRPr lang="es-MX" b="1" dirty="0">
              <a:solidFill>
                <a:schemeClr val="bg2">
                  <a:lumMod val="25000"/>
                </a:schemeClr>
              </a:solidFill>
              <a:latin typeface="Roboto Condensed" pitchFamily="2" charset="0"/>
              <a:ea typeface="Roboto Condensed" pitchFamily="2" charset="0"/>
            </a:endParaRPr>
          </a:p>
          <a:p>
            <a:pPr marL="0" indent="0">
              <a:buNone/>
            </a:pPr>
            <a:r>
              <a:rPr lang="es-MX" b="1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	Evaluación de impacto </a:t>
            </a:r>
          </a:p>
          <a:p>
            <a:pPr marL="0" indent="0">
              <a:buNone/>
            </a:pPr>
            <a:r>
              <a:rPr lang="es-MX" b="1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	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Con el propósito de evaluar el impacto en las poblaciones circundantes 	realizamos emparejamiento (Rosenbaum y </a:t>
            </a:r>
            <a:r>
              <a:rPr lang="es-MX" sz="2400" dirty="0" err="1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Rubin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, 1983) y consideramos 	estudios anteriores (</a:t>
            </a:r>
            <a:r>
              <a:rPr lang="es-MX" sz="2400" dirty="0" err="1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Naidoo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 et al, 2019; </a:t>
            </a:r>
            <a:r>
              <a:rPr lang="es-MX" sz="2400" dirty="0" err="1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Blackman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, 2015; Graham, 2014).</a:t>
            </a:r>
          </a:p>
          <a:p>
            <a:pPr marL="0" indent="0">
              <a:buNone/>
            </a:pPr>
            <a:r>
              <a:rPr lang="es-MX" sz="2400" b="1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	Discusión de mecanismos</a:t>
            </a:r>
          </a:p>
          <a:p>
            <a:pPr marL="0" indent="0">
              <a:buNone/>
            </a:pPr>
            <a:r>
              <a:rPr lang="es-MX" sz="2400" b="1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	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Utilizamos tres posibles explicaciones (Durkheim, Tilly y Ostrom) para 	entender la distribución de las cargas y los beneficios de las 	Áreas 	Protegidas.</a:t>
            </a:r>
          </a:p>
          <a:p>
            <a:pPr marL="0" indent="0">
              <a:buNone/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 </a:t>
            </a:r>
            <a:endParaRPr lang="es-MX" dirty="0">
              <a:solidFill>
                <a:schemeClr val="bg2">
                  <a:lumMod val="25000"/>
                </a:schemeClr>
              </a:solidFill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9EAA326-1B01-999B-610F-640BE9053742}"/>
              </a:ext>
            </a:extLst>
          </p:cNvPr>
          <p:cNvSpPr txBox="1"/>
          <p:nvPr/>
        </p:nvSpPr>
        <p:spPr>
          <a:xfrm>
            <a:off x="5747658" y="6308209"/>
            <a:ext cx="6261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Roboto Condensed" pitchFamily="2" charset="0"/>
                <a:ea typeface="Roboto Condensed" pitchFamily="2" charset="0"/>
              </a:rPr>
              <a:t>Véase </a:t>
            </a:r>
            <a:r>
              <a:rPr lang="es-MX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Fuentes principales: </a:t>
            </a:r>
            <a:r>
              <a:rPr lang="es-MX" dirty="0" err="1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Naidoo</a:t>
            </a:r>
            <a:r>
              <a:rPr lang="es-MX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</a:t>
            </a:r>
            <a:r>
              <a:rPr lang="es-MX" dirty="0" err="1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Blackman</a:t>
            </a:r>
            <a:r>
              <a:rPr lang="es-MX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y Graham</a:t>
            </a:r>
            <a:r>
              <a:rPr lang="es-MX" dirty="0">
                <a:latin typeface="Roboto Condensed" pitchFamily="2" charset="0"/>
                <a:ea typeface="Roboto Condensed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6146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Diagrama de flujo: proceso alternativo 29">
            <a:extLst>
              <a:ext uri="{FF2B5EF4-FFF2-40B4-BE49-F238E27FC236}">
                <a16:creationId xmlns:a16="http://schemas.microsoft.com/office/drawing/2014/main" id="{90DC5E69-E743-1B8A-3386-022B0EBACE4B}"/>
              </a:ext>
            </a:extLst>
          </p:cNvPr>
          <p:cNvSpPr/>
          <p:nvPr/>
        </p:nvSpPr>
        <p:spPr>
          <a:xfrm>
            <a:off x="6183087" y="1475354"/>
            <a:ext cx="5832129" cy="876436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A85F22-8955-7AE1-BFEC-CEA46AB3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rgbClr val="206A5D"/>
                </a:solidFill>
                <a:latin typeface="Roboto Condensed" pitchFamily="2" charset="0"/>
                <a:ea typeface="Roboto Condensed" pitchFamily="2" charset="0"/>
              </a:rPr>
              <a:t>Panorama: Áreas Naturales Protegidas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3CBBCBF-E678-AD31-6908-E5D123263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757" y="1520824"/>
            <a:ext cx="5344886" cy="4879976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Las Áreas Naturales Protegidas tienen fundamento en la LGEEPA. Legalmente son espacios cuyo ecosistema original permanece, o bien, espacios que ofrecen servicios sociales y ecológicamente valiosos.</a:t>
            </a:r>
            <a:r>
              <a:rPr lang="es-MX" sz="1800" baseline="30000" dirty="0">
                <a:latin typeface="Roboto Condensed" pitchFamily="2" charset="0"/>
                <a:ea typeface="Roboto Condensed" pitchFamily="2" charset="0"/>
              </a:rPr>
              <a:t>1</a:t>
            </a:r>
            <a:endParaRPr lang="es-MX" sz="1800" dirty="0">
              <a:latin typeface="Roboto Condensed" pitchFamily="2" charset="0"/>
              <a:ea typeface="Roboto Condensed" pitchFamily="2" charset="0"/>
            </a:endParaRPr>
          </a:p>
          <a:p>
            <a:pPr lvl="1">
              <a:lnSpc>
                <a:spcPct val="150000"/>
              </a:lnSpc>
            </a:pP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Pueden estudiarse como </a:t>
            </a:r>
            <a:r>
              <a:rPr lang="es-MX" sz="1800" b="1" dirty="0">
                <a:latin typeface="Roboto Condensed" pitchFamily="2" charset="0"/>
                <a:ea typeface="Roboto Condensed" pitchFamily="2" charset="0"/>
              </a:rPr>
              <a:t>bienes públicos</a:t>
            </a: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: sus beneficios son disfrutados por la población general, pero los costos no necesariamente están distribuidos de forma equitativa. Por ejemplo: su presupuesto o sus costos de oportunidad.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s-MX" sz="1200" dirty="0">
                <a:latin typeface="Roboto Condensed" pitchFamily="2" charset="0"/>
                <a:ea typeface="Roboto Condensed" pitchFamily="2" charset="0"/>
              </a:rPr>
              <a:t>1.Paráfrasis de la Ley General de Equilibrio Ecológico y Protección Ambiental, p. 34-35. </a:t>
            </a:r>
            <a:endParaRPr lang="es-MX" sz="12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6EBFFCE-8877-B228-7736-7A290081BC81}"/>
              </a:ext>
            </a:extLst>
          </p:cNvPr>
          <p:cNvSpPr txBox="1"/>
          <p:nvPr/>
        </p:nvSpPr>
        <p:spPr>
          <a:xfrm>
            <a:off x="7210697" y="6225423"/>
            <a:ext cx="4969111" cy="37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0000"/>
              </a:lnSpc>
            </a:pP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Véase </a:t>
            </a:r>
            <a:r>
              <a:rPr lang="es-MX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Indicadores por categoría</a:t>
            </a: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.</a:t>
            </a: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283E470D-F0E2-DA1D-8DD7-4552D453B7A2}"/>
              </a:ext>
            </a:extLst>
          </p:cNvPr>
          <p:cNvGrpSpPr/>
          <p:nvPr/>
        </p:nvGrpSpPr>
        <p:grpSpPr>
          <a:xfrm>
            <a:off x="6323749" y="1520824"/>
            <a:ext cx="6654220" cy="1075404"/>
            <a:chOff x="6150013" y="1575611"/>
            <a:chExt cx="6654220" cy="1075404"/>
          </a:xfrm>
        </p:grpSpPr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088244DE-378D-7363-65D9-C9FF3F6F418E}"/>
                </a:ext>
              </a:extLst>
            </p:cNvPr>
            <p:cNvSpPr txBox="1"/>
            <p:nvPr/>
          </p:nvSpPr>
          <p:spPr>
            <a:xfrm>
              <a:off x="7894996" y="1781417"/>
              <a:ext cx="15133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3600" b="1" dirty="0">
                  <a:solidFill>
                    <a:srgbClr val="105A4C"/>
                  </a:solidFill>
                  <a:latin typeface="Roboto Condensed" pitchFamily="2" charset="0"/>
                  <a:ea typeface="Roboto Condensed" pitchFamily="2" charset="0"/>
                </a:rPr>
                <a:t>$66.1</a:t>
              </a: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1C1BC8D9-0A42-C54D-FD26-558062DE5F60}"/>
                </a:ext>
              </a:extLst>
            </p:cNvPr>
            <p:cNvSpPr txBox="1"/>
            <p:nvPr/>
          </p:nvSpPr>
          <p:spPr>
            <a:xfrm>
              <a:off x="8941981" y="1953353"/>
              <a:ext cx="38622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dirty="0">
                  <a:latin typeface="Lora" pitchFamily="2" charset="0"/>
                </a:rPr>
                <a:t>por kilómetro cuadrado.</a:t>
              </a:r>
              <a:r>
                <a:rPr lang="es-MX" sz="1400" dirty="0">
                  <a:latin typeface="Lora" pitchFamily="2" charset="0"/>
                </a:rPr>
                <a:t>*</a:t>
              </a:r>
              <a:endParaRPr lang="es-MX" dirty="0">
                <a:latin typeface="Lora" pitchFamily="2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884CB6BA-5149-4C19-16A8-39D99709AFD3}"/>
                </a:ext>
              </a:extLst>
            </p:cNvPr>
            <p:cNvSpPr txBox="1"/>
            <p:nvPr/>
          </p:nvSpPr>
          <p:spPr>
            <a:xfrm>
              <a:off x="6347564" y="1575611"/>
              <a:ext cx="38622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dirty="0">
                  <a:latin typeface="Lora" pitchFamily="2" charset="0"/>
                </a:rPr>
                <a:t>En 2020 ejercimos, en promedio, 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31843609-3768-6E3C-7F04-E435AD194A54}"/>
                </a:ext>
              </a:extLst>
            </p:cNvPr>
            <p:cNvSpPr txBox="1"/>
            <p:nvPr/>
          </p:nvSpPr>
          <p:spPr>
            <a:xfrm>
              <a:off x="6150013" y="2312461"/>
              <a:ext cx="386225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1200" dirty="0">
                  <a:latin typeface="Roboto Condensed" pitchFamily="2" charset="0"/>
                  <a:ea typeface="Roboto Condensed" pitchFamily="2" charset="0"/>
                </a:rPr>
                <a:t>* El mínimo para el periodo analizado (2010-2020)</a:t>
              </a:r>
              <a:r>
                <a:rPr lang="es-MX" sz="1600" dirty="0">
                  <a:latin typeface="Roboto Condensed" pitchFamily="2" charset="0"/>
                  <a:ea typeface="Roboto Condensed" pitchFamily="2" charset="0"/>
                </a:rPr>
                <a:t>.</a:t>
              </a: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D4B2C5CB-ACF6-A7C8-5734-086BDAB256E0}"/>
              </a:ext>
            </a:extLst>
          </p:cNvPr>
          <p:cNvGrpSpPr/>
          <p:nvPr/>
        </p:nvGrpSpPr>
        <p:grpSpPr>
          <a:xfrm>
            <a:off x="6382165" y="2834884"/>
            <a:ext cx="5178425" cy="3027309"/>
            <a:chOff x="1154194" y="1119831"/>
            <a:chExt cx="5178425" cy="3027309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413A0342-C46B-DB6B-79DE-417CF4931917}"/>
                </a:ext>
              </a:extLst>
            </p:cNvPr>
            <p:cNvSpPr txBox="1"/>
            <p:nvPr/>
          </p:nvSpPr>
          <p:spPr>
            <a:xfrm>
              <a:off x="1249939" y="1119831"/>
              <a:ext cx="49869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Presupuesto destinado (pesos por kilómetro cuadrado)</a:t>
              </a:r>
            </a:p>
          </p:txBody>
        </p:sp>
        <p:graphicFrame>
          <p:nvGraphicFramePr>
            <p:cNvPr id="8" name="Gráfico 7">
              <a:extLst>
                <a:ext uri="{FF2B5EF4-FFF2-40B4-BE49-F238E27FC236}">
                  <a16:creationId xmlns:a16="http://schemas.microsoft.com/office/drawing/2014/main" id="{772F09EE-394C-3F8D-C267-A5548C618D3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419050376"/>
                </p:ext>
              </p:extLst>
            </p:nvPr>
          </p:nvGraphicFramePr>
          <p:xfrm>
            <a:off x="1154194" y="1427608"/>
            <a:ext cx="5178425" cy="271953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376786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85F22-8955-7AE1-BFEC-CEA46AB3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rgbClr val="206A5D"/>
                </a:solidFill>
                <a:latin typeface="Roboto Condensed" pitchFamily="2" charset="0"/>
                <a:ea typeface="Roboto Condensed" pitchFamily="2" charset="0"/>
              </a:rPr>
              <a:t>Panorama: Categorías 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3CBBCBF-E678-AD31-6908-E5D123263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20824"/>
            <a:ext cx="5344886" cy="4879976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Las Áreas Naturales Protegidas pueden clasificarse de acuerdo a seis categorías:</a:t>
            </a:r>
          </a:p>
          <a:p>
            <a:pPr lvl="2">
              <a:lnSpc>
                <a:spcPct val="100000"/>
              </a:lnSpc>
            </a:pPr>
            <a:r>
              <a:rPr lang="es-MX" sz="1400" dirty="0">
                <a:latin typeface="Roboto Condensed" pitchFamily="2" charset="0"/>
                <a:ea typeface="Roboto Condensed" pitchFamily="2" charset="0"/>
              </a:rPr>
              <a:t>MN:     Monumento Natural</a:t>
            </a:r>
          </a:p>
          <a:p>
            <a:pPr lvl="2">
              <a:lnSpc>
                <a:spcPct val="100000"/>
              </a:lnSpc>
            </a:pPr>
            <a:r>
              <a:rPr lang="es-MX" sz="1400" dirty="0">
                <a:latin typeface="Roboto Condensed" pitchFamily="2" charset="0"/>
                <a:ea typeface="Roboto Condensed" pitchFamily="2" charset="0"/>
              </a:rPr>
              <a:t>PN:       Parque Nacional</a:t>
            </a:r>
          </a:p>
          <a:p>
            <a:pPr lvl="2">
              <a:lnSpc>
                <a:spcPct val="100000"/>
              </a:lnSpc>
            </a:pPr>
            <a:r>
              <a:rPr lang="es-MX" sz="1400" dirty="0">
                <a:latin typeface="Roboto Condensed" pitchFamily="2" charset="0"/>
                <a:ea typeface="Roboto Condensed" pitchFamily="2" charset="0"/>
              </a:rPr>
              <a:t>APFF:   Área de Protección de la Flora y la Fauna</a:t>
            </a:r>
          </a:p>
          <a:p>
            <a:pPr lvl="2">
              <a:lnSpc>
                <a:spcPct val="100000"/>
              </a:lnSpc>
            </a:pPr>
            <a:r>
              <a:rPr lang="es-MX" sz="1400" dirty="0">
                <a:latin typeface="Roboto Condensed" pitchFamily="2" charset="0"/>
                <a:ea typeface="Roboto Condensed" pitchFamily="2" charset="0"/>
              </a:rPr>
              <a:t>APRN:  Áreas de Protección de los Recursos Naturales</a:t>
            </a:r>
          </a:p>
          <a:p>
            <a:pPr lvl="2">
              <a:lnSpc>
                <a:spcPct val="100000"/>
              </a:lnSpc>
            </a:pPr>
            <a:r>
              <a:rPr lang="es-MX" sz="1400" dirty="0">
                <a:latin typeface="Roboto Condensed" pitchFamily="2" charset="0"/>
                <a:ea typeface="Roboto Condensed" pitchFamily="2" charset="0"/>
              </a:rPr>
              <a:t>RB:       Reserva de la Biosfera</a:t>
            </a:r>
          </a:p>
          <a:p>
            <a:pPr lvl="2">
              <a:lnSpc>
                <a:spcPct val="100000"/>
              </a:lnSpc>
            </a:pPr>
            <a:r>
              <a:rPr lang="es-MX" sz="1400" dirty="0">
                <a:latin typeface="Roboto Condensed" pitchFamily="2" charset="0"/>
                <a:ea typeface="Roboto Condensed" pitchFamily="2" charset="0"/>
              </a:rPr>
              <a:t>SANT:  Santuarios</a:t>
            </a:r>
          </a:p>
          <a:p>
            <a:pPr lvl="1">
              <a:lnSpc>
                <a:spcPct val="150000"/>
              </a:lnSpc>
            </a:pP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Las restricciones que la LGEEPA establece mediante </a:t>
            </a:r>
            <a:r>
              <a:rPr lang="es-MX" sz="1800" i="1" dirty="0">
                <a:latin typeface="Roboto Condensed" pitchFamily="2" charset="0"/>
                <a:ea typeface="Roboto Condensed" pitchFamily="2" charset="0"/>
              </a:rPr>
              <a:t>subzonas</a:t>
            </a: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 varían según su categoría. En la literatura generalmente </a:t>
            </a:r>
            <a:r>
              <a:rPr lang="es-MX" sz="1800" b="1" dirty="0">
                <a:latin typeface="Roboto Condensed" pitchFamily="2" charset="0"/>
                <a:ea typeface="Roboto Condensed" pitchFamily="2" charset="0"/>
              </a:rPr>
              <a:t>distinguimos entre restricciones de esparcimiento o de aprovechamiento sostenible</a:t>
            </a: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.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6EBFFCE-8877-B228-7736-7A290081BC81}"/>
              </a:ext>
            </a:extLst>
          </p:cNvPr>
          <p:cNvSpPr txBox="1"/>
          <p:nvPr/>
        </p:nvSpPr>
        <p:spPr>
          <a:xfrm>
            <a:off x="7210697" y="6225423"/>
            <a:ext cx="4969111" cy="37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0000"/>
              </a:lnSpc>
            </a:pP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Véase </a:t>
            </a:r>
            <a:r>
              <a:rPr lang="es-MX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Subzonas por categorías y definiciones</a:t>
            </a: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DE44B9A-517B-91A5-907B-4ABE79BDC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036" y="1381828"/>
            <a:ext cx="4032457" cy="330852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3F3C148-DDAC-FE50-2C7B-03CD9121B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036" y="4704979"/>
            <a:ext cx="3911722" cy="138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007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54DC9F-2C8D-91BD-75AF-3F8F7BCBA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43697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s-MX" sz="1900" dirty="0">
                <a:latin typeface="Roboto Condensed" pitchFamily="2" charset="0"/>
                <a:ea typeface="Roboto Condensed" pitchFamily="2" charset="0"/>
              </a:rPr>
              <a:t>Lo cierto es que el impacto de las ANPs depende de las </a:t>
            </a:r>
            <a:r>
              <a:rPr lang="es-MX" sz="1900" b="1" dirty="0">
                <a:latin typeface="Roboto Condensed" pitchFamily="2" charset="0"/>
                <a:ea typeface="Roboto Condensed" pitchFamily="2" charset="0"/>
              </a:rPr>
              <a:t>restricciones que hereda cada categoría en su población</a:t>
            </a:r>
            <a:r>
              <a:rPr lang="es-MX" sz="1900" dirty="0">
                <a:latin typeface="Roboto Condensed" pitchFamily="2" charset="0"/>
                <a:ea typeface="Roboto Condensed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s-MX" sz="1900" dirty="0">
                <a:latin typeface="Roboto Condensed" pitchFamily="2" charset="0"/>
                <a:ea typeface="Roboto Condensed" pitchFamily="2" charset="0"/>
              </a:rPr>
              <a:t>Nos interesa identificar el efecto de un área protegida cuando es cercano (menos de 10 km de distancia) a un municipio en la muestra. Específicamente, como altera la marginación y el ingreso promedio para el año 2020.</a:t>
            </a:r>
          </a:p>
          <a:p>
            <a:pPr>
              <a:lnSpc>
                <a:spcPct val="150000"/>
              </a:lnSpc>
            </a:pPr>
            <a:r>
              <a:rPr lang="es-MX" sz="1900" dirty="0">
                <a:latin typeface="Roboto Condensed" pitchFamily="2" charset="0"/>
                <a:ea typeface="Roboto Condensed" pitchFamily="2" charset="0"/>
              </a:rPr>
              <a:t>El mecanismo causal sigue el trabajo de </a:t>
            </a:r>
            <a:r>
              <a:rPr lang="es-MX" sz="1900" dirty="0" err="1">
                <a:latin typeface="Roboto Condensed" pitchFamily="2" charset="0"/>
                <a:ea typeface="Roboto Condensed" pitchFamily="2" charset="0"/>
              </a:rPr>
              <a:t>Naidoo</a:t>
            </a:r>
            <a:r>
              <a:rPr lang="es-MX" sz="1900" dirty="0">
                <a:latin typeface="Roboto Condensed" pitchFamily="2" charset="0"/>
                <a:ea typeface="Roboto Condensed" pitchFamily="2" charset="0"/>
              </a:rPr>
              <a:t> et al.  </a:t>
            </a:r>
          </a:p>
          <a:p>
            <a:pPr lvl="1"/>
            <a:endParaRPr lang="es-MX" dirty="0"/>
          </a:p>
          <a:p>
            <a:pPr lvl="1"/>
            <a:endParaRPr lang="es-MX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EBF0833-062A-A5B9-DBE1-E03273052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MX" dirty="0">
                <a:solidFill>
                  <a:srgbClr val="206A5D"/>
                </a:solidFill>
                <a:latin typeface="Roboto Condensed" pitchFamily="2" charset="0"/>
                <a:ea typeface="Roboto Condensed" pitchFamily="2" charset="0"/>
              </a:rPr>
              <a:t>Evaluación de impacto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D6B6C20-33EC-7844-D8B4-A44A80BD540A}"/>
              </a:ext>
            </a:extLst>
          </p:cNvPr>
          <p:cNvSpPr txBox="1"/>
          <p:nvPr/>
        </p:nvSpPr>
        <p:spPr>
          <a:xfrm>
            <a:off x="5869577" y="599229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>
                <a:latin typeface="Roboto Condensed" pitchFamily="2" charset="0"/>
                <a:ea typeface="Roboto Condensed" pitchFamily="2" charset="0"/>
              </a:rPr>
              <a:t>Fuente: </a:t>
            </a:r>
            <a:r>
              <a:rPr lang="es-MX" sz="1400" dirty="0">
                <a:latin typeface="Roboto Condensed" pitchFamily="2" charset="0"/>
                <a:ea typeface="Roboto Condensed" pitchFamily="2" charset="0"/>
              </a:rPr>
              <a:t>Elaboración propia con base en el diagrama de </a:t>
            </a:r>
            <a:r>
              <a:rPr lang="es-MX" sz="1400" dirty="0" err="1">
                <a:latin typeface="Roboto Condensed" pitchFamily="2" charset="0"/>
                <a:ea typeface="Roboto Condensed" pitchFamily="2" charset="0"/>
              </a:rPr>
              <a:t>Naidoo</a:t>
            </a:r>
            <a:r>
              <a:rPr lang="es-MX" sz="1400" dirty="0">
                <a:latin typeface="Roboto Condensed" pitchFamily="2" charset="0"/>
                <a:ea typeface="Roboto Condensed" pitchFamily="2" charset="0"/>
              </a:rPr>
              <a:t> et al, 2019. </a:t>
            </a:r>
            <a:endParaRPr lang="es-MX" sz="1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1DF1AF0-7737-0040-BEA0-69B8CC13A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616" y="1173323"/>
            <a:ext cx="6255961" cy="494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18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C0BA9E09-8EE7-F591-A36D-9204A344FD2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>
                <a:solidFill>
                  <a:srgbClr val="206A5D"/>
                </a:solidFill>
                <a:latin typeface="Roboto Condensed" pitchFamily="2" charset="0"/>
                <a:ea typeface="Roboto Condensed" pitchFamily="2" charset="0"/>
              </a:rPr>
              <a:t>Indicadores de interés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E1AC4CB2-851D-6259-8B38-82EACC76D9E7}"/>
              </a:ext>
            </a:extLst>
          </p:cNvPr>
          <p:cNvSpPr txBox="1">
            <a:spLocks/>
          </p:cNvSpPr>
          <p:nvPr/>
        </p:nvSpPr>
        <p:spPr>
          <a:xfrm>
            <a:off x="838201" y="1105989"/>
            <a:ext cx="5597433" cy="507097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s-MX" sz="1900" dirty="0">
                <a:latin typeface="Roboto Condensed" pitchFamily="2" charset="0"/>
                <a:ea typeface="Roboto Condensed" pitchFamily="2" charset="0"/>
              </a:rPr>
              <a:t>Para la investigación utilizamos tres indicadores:</a:t>
            </a:r>
          </a:p>
          <a:p>
            <a:pPr lvl="1">
              <a:lnSpc>
                <a:spcPct val="100000"/>
              </a:lnSpc>
            </a:pPr>
            <a:r>
              <a:rPr lang="es-MX" sz="1900" b="1" dirty="0">
                <a:latin typeface="Roboto Condensed" pitchFamily="2" charset="0"/>
                <a:ea typeface="Roboto Condensed" pitchFamily="2" charset="0"/>
              </a:rPr>
              <a:t>Índice marginación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s-MX" sz="1900" dirty="0">
                <a:latin typeface="Roboto Condensed" pitchFamily="2" charset="0"/>
                <a:ea typeface="Roboto Condensed" pitchFamily="2" charset="0"/>
              </a:rPr>
              <a:t>Nos permite medir el acceso de la población a infraestructura local y evaluar las condiciones de su vivienda. </a:t>
            </a:r>
            <a:r>
              <a:rPr lang="es-MX" sz="1900" u="sng" dirty="0">
                <a:latin typeface="Roboto Condensed" pitchFamily="2" charset="0"/>
                <a:ea typeface="Roboto Condensed" pitchFamily="2" charset="0"/>
              </a:rPr>
              <a:t>Se lee de forma contraintuitiva</a:t>
            </a:r>
            <a:r>
              <a:rPr lang="es-MX" sz="1900" dirty="0">
                <a:latin typeface="Roboto Condensed" pitchFamily="2" charset="0"/>
                <a:ea typeface="Roboto Condensed" pitchFamily="2" charset="0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es-MX" sz="1900" b="1" dirty="0">
                <a:latin typeface="Roboto Condensed" pitchFamily="2" charset="0"/>
                <a:ea typeface="Roboto Condensed" pitchFamily="2" charset="0"/>
              </a:rPr>
              <a:t>Ingreso promedio por vivienda a nivel municipio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s-MX" sz="1900" dirty="0">
                <a:latin typeface="Roboto Condensed" pitchFamily="2" charset="0"/>
                <a:ea typeface="Roboto Condensed" pitchFamily="2" charset="0"/>
              </a:rPr>
              <a:t>Reúne el ingreso promedio de las personas que habitan en un municipio considerando el total de personas en su vivienda.</a:t>
            </a:r>
          </a:p>
          <a:p>
            <a:pPr lvl="1">
              <a:lnSpc>
                <a:spcPct val="150000"/>
              </a:lnSpc>
            </a:pPr>
            <a:r>
              <a:rPr lang="es-MX" sz="1900" b="1" dirty="0">
                <a:latin typeface="Roboto Condensed" pitchFamily="2" charset="0"/>
                <a:ea typeface="Roboto Condensed" pitchFamily="2" charset="0"/>
              </a:rPr>
              <a:t>Índice de diversidad étnica</a:t>
            </a:r>
          </a:p>
          <a:p>
            <a:pPr marL="457200" lvl="1" indent="0">
              <a:buNone/>
            </a:pPr>
            <a:r>
              <a:rPr lang="es-MX" sz="1900" dirty="0">
                <a:latin typeface="Roboto Condensed" pitchFamily="2" charset="0"/>
                <a:ea typeface="Roboto Condensed" pitchFamily="2" charset="0"/>
              </a:rPr>
              <a:t>Es un indicador que nos permite estudiar cómo las personas de poblaciones originarias afectan la presencia de áreas protegidas o como la diversidad étnica altera la distribución de Áreas Protegidas.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2D28054-2EE0-5150-3EE0-3E91BBD15EDD}"/>
              </a:ext>
            </a:extLst>
          </p:cNvPr>
          <p:cNvSpPr txBox="1"/>
          <p:nvPr/>
        </p:nvSpPr>
        <p:spPr>
          <a:xfrm>
            <a:off x="143691" y="5903893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>
                <a:latin typeface="Roboto Condensed" pitchFamily="2" charset="0"/>
                <a:ea typeface="Roboto Condensed" pitchFamily="2" charset="0"/>
              </a:rPr>
              <a:t>Fuentes: </a:t>
            </a:r>
            <a:r>
              <a:rPr lang="es-MX" sz="1400" dirty="0">
                <a:latin typeface="Roboto Condensed" pitchFamily="2" charset="0"/>
                <a:ea typeface="Roboto Condensed" pitchFamily="2" charset="0"/>
              </a:rPr>
              <a:t>Los datos para el Índice de Marginación son publicados por el Consejo Nacional de Población utilizando los datos del Censo de Población y Vivienda del Instituto Nacional de Geografía y Estadística. Del CPV obtuvimos datos para el ingreso promedio y la diversidad étnica.</a:t>
            </a:r>
            <a:endParaRPr lang="es-MX" sz="1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33CE9F7-FADF-1930-97C4-81C498F89A7E}"/>
              </a:ext>
            </a:extLst>
          </p:cNvPr>
          <p:cNvSpPr txBox="1"/>
          <p:nvPr/>
        </p:nvSpPr>
        <p:spPr>
          <a:xfrm>
            <a:off x="7073539" y="1441133"/>
            <a:ext cx="496388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3200" b="1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Índice de marginación</a:t>
            </a:r>
          </a:p>
          <a:p>
            <a:pPr algn="just"/>
            <a:r>
              <a:rPr lang="es-MX" sz="3200" b="1" dirty="0">
                <a:latin typeface="Roboto Condensed" pitchFamily="2" charset="0"/>
                <a:ea typeface="Roboto Condensed" pitchFamily="2" charset="0"/>
              </a:rPr>
              <a:t>mín:21.40, </a:t>
            </a:r>
            <a:r>
              <a:rPr lang="es-MX" sz="3200" b="1" dirty="0" err="1">
                <a:latin typeface="Roboto Condensed" pitchFamily="2" charset="0"/>
                <a:ea typeface="Roboto Condensed" pitchFamily="2" charset="0"/>
              </a:rPr>
              <a:t>máx</a:t>
            </a:r>
            <a:r>
              <a:rPr lang="es-MX" sz="3200" b="1" dirty="0">
                <a:latin typeface="Roboto Condensed" pitchFamily="2" charset="0"/>
                <a:ea typeface="Roboto Condensed" pitchFamily="2" charset="0"/>
              </a:rPr>
              <a:t> 62.39</a:t>
            </a:r>
          </a:p>
          <a:p>
            <a:pPr algn="just"/>
            <a:endParaRPr lang="es-MX" sz="3200" b="1" dirty="0">
              <a:latin typeface="Roboto Condensed" pitchFamily="2" charset="0"/>
              <a:ea typeface="Roboto Condensed" pitchFamily="2" charset="0"/>
            </a:endParaRPr>
          </a:p>
          <a:p>
            <a:pPr algn="just"/>
            <a:r>
              <a:rPr lang="es-MX" sz="3200" b="1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Ingreso promedio</a:t>
            </a:r>
          </a:p>
          <a:p>
            <a:pPr algn="just"/>
            <a:r>
              <a:rPr lang="es-MX" sz="3200" b="1" dirty="0" err="1">
                <a:latin typeface="Roboto Condensed" pitchFamily="2" charset="0"/>
                <a:ea typeface="Roboto Condensed" pitchFamily="2" charset="0"/>
              </a:rPr>
              <a:t>mín</a:t>
            </a:r>
            <a:r>
              <a:rPr lang="es-MX" sz="3200" b="1" dirty="0">
                <a:latin typeface="Roboto Condensed" pitchFamily="2" charset="0"/>
                <a:ea typeface="Roboto Condensed" pitchFamily="2" charset="0"/>
              </a:rPr>
              <a:t>:$108.5, </a:t>
            </a:r>
            <a:r>
              <a:rPr lang="es-MX" sz="3200" b="1" dirty="0" err="1">
                <a:latin typeface="Roboto Condensed" pitchFamily="2" charset="0"/>
                <a:ea typeface="Roboto Condensed" pitchFamily="2" charset="0"/>
              </a:rPr>
              <a:t>máx</a:t>
            </a:r>
            <a:r>
              <a:rPr lang="es-MX" sz="3200" b="1" dirty="0">
                <a:latin typeface="Roboto Condensed" pitchFamily="2" charset="0"/>
                <a:ea typeface="Roboto Condensed" pitchFamily="2" charset="0"/>
              </a:rPr>
              <a:t>:$35, 303.12</a:t>
            </a:r>
          </a:p>
          <a:p>
            <a:pPr algn="just"/>
            <a:endParaRPr lang="es-MX" sz="3200" b="1" dirty="0">
              <a:latin typeface="Roboto Condensed" pitchFamily="2" charset="0"/>
              <a:ea typeface="Roboto Condensed" pitchFamily="2" charset="0"/>
            </a:endParaRPr>
          </a:p>
          <a:p>
            <a:pPr algn="just"/>
            <a:r>
              <a:rPr lang="es-MX" sz="3200" b="1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Índice de diversidad étnica</a:t>
            </a:r>
          </a:p>
          <a:p>
            <a:pPr algn="just"/>
            <a:r>
              <a:rPr lang="es-MX" sz="3200" b="1" dirty="0">
                <a:latin typeface="Roboto Condensed" pitchFamily="2" charset="0"/>
                <a:ea typeface="Roboto Condensed" pitchFamily="2" charset="0"/>
              </a:rPr>
              <a:t>mín:8.3, máx:100.0</a:t>
            </a:r>
          </a:p>
          <a:p>
            <a:endParaRPr lang="es-MX" sz="3600" b="1" dirty="0">
              <a:solidFill>
                <a:srgbClr val="105A4C"/>
              </a:solidFill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078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54DC9F-2C8D-91BD-75AF-3F8F7BCBA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25" y="1462088"/>
            <a:ext cx="10776175" cy="3768606"/>
          </a:xfrm>
        </p:spPr>
        <p:txBody>
          <a:bodyPr>
            <a:normAutofit lnSpcReduction="10000"/>
          </a:bodyPr>
          <a:lstStyle/>
          <a:p>
            <a:r>
              <a:rPr lang="es-MX" dirty="0">
                <a:latin typeface="Roboto Condensed" pitchFamily="2" charset="0"/>
                <a:ea typeface="Roboto Condensed" pitchFamily="2" charset="0"/>
              </a:rPr>
              <a:t>Consideramos grupos de tratamiento</a:t>
            </a:r>
          </a:p>
          <a:p>
            <a:pPr marL="0" indent="0">
              <a:buNone/>
            </a:pPr>
            <a:endParaRPr lang="es-MX" dirty="0">
              <a:latin typeface="Roboto Condensed" pitchFamily="2" charset="0"/>
              <a:ea typeface="Roboto Condensed" pitchFamily="2" charset="0"/>
            </a:endParaRPr>
          </a:p>
          <a:p>
            <a:pPr marL="0" indent="0">
              <a:buNone/>
            </a:pPr>
            <a:endParaRPr lang="es-MX" dirty="0">
              <a:latin typeface="Roboto Condensed" pitchFamily="2" charset="0"/>
              <a:ea typeface="Roboto Condensed" pitchFamily="2" charset="0"/>
            </a:endParaRPr>
          </a:p>
          <a:p>
            <a:r>
              <a:rPr lang="es-MX" dirty="0">
                <a:latin typeface="Roboto Condensed" pitchFamily="2" charset="0"/>
                <a:ea typeface="Roboto Condensed" pitchFamily="2" charset="0"/>
              </a:rPr>
              <a:t>Consideramos características demográficas</a:t>
            </a:r>
          </a:p>
          <a:p>
            <a:endParaRPr lang="es-MX" dirty="0">
              <a:latin typeface="Roboto Condensed" pitchFamily="2" charset="0"/>
              <a:ea typeface="Roboto Condensed" pitchFamily="2" charset="0"/>
            </a:endParaRPr>
          </a:p>
          <a:p>
            <a:pPr marL="0" indent="0">
              <a:buNone/>
            </a:pPr>
            <a:endParaRPr lang="es-MX" dirty="0">
              <a:latin typeface="Roboto Condensed" pitchFamily="2" charset="0"/>
              <a:ea typeface="Roboto Condensed" pitchFamily="2" charset="0"/>
            </a:endParaRPr>
          </a:p>
          <a:p>
            <a:pPr marL="0" indent="0">
              <a:buNone/>
            </a:pPr>
            <a:endParaRPr lang="es-MX" dirty="0">
              <a:latin typeface="Roboto Condensed" pitchFamily="2" charset="0"/>
              <a:ea typeface="Roboto Condensed" pitchFamily="2" charset="0"/>
            </a:endParaRPr>
          </a:p>
          <a:p>
            <a:r>
              <a:rPr lang="es-MX" dirty="0">
                <a:latin typeface="Roboto Condensed" pitchFamily="2" charset="0"/>
                <a:ea typeface="Roboto Condensed" pitchFamily="2" charset="0"/>
              </a:rPr>
              <a:t>Consideramos características geográficas</a:t>
            </a:r>
            <a:endParaRPr lang="es-MX" sz="1600" dirty="0">
              <a:latin typeface="Roboto Condensed" pitchFamily="2" charset="0"/>
              <a:ea typeface="Roboto Condensed" pitchFamily="2" charset="0"/>
            </a:endParaRPr>
          </a:p>
          <a:p>
            <a:pPr lvl="1"/>
            <a:endParaRPr lang="es-MX" dirty="0"/>
          </a:p>
          <a:p>
            <a:pPr lvl="1"/>
            <a:endParaRPr lang="es-MX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EBF0833-062A-A5B9-DBE1-E03273052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9810"/>
            <a:ext cx="10515600" cy="1325563"/>
          </a:xfrm>
        </p:spPr>
        <p:txBody>
          <a:bodyPr/>
          <a:lstStyle/>
          <a:p>
            <a:r>
              <a:rPr lang="es-MX" dirty="0">
                <a:solidFill>
                  <a:srgbClr val="206A5D"/>
                </a:solidFill>
                <a:latin typeface="Roboto Condensed" pitchFamily="2" charset="0"/>
                <a:ea typeface="Roboto Condensed" pitchFamily="2" charset="0"/>
              </a:rPr>
              <a:t>Características de los municipios</a:t>
            </a: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1C7C220E-F1C3-A2AC-01CD-2D177319D1C4}"/>
              </a:ext>
            </a:extLst>
          </p:cNvPr>
          <p:cNvGrpSpPr/>
          <p:nvPr/>
        </p:nvGrpSpPr>
        <p:grpSpPr>
          <a:xfrm>
            <a:off x="2159620" y="3283734"/>
            <a:ext cx="6416485" cy="1319396"/>
            <a:chOff x="2974702" y="2374580"/>
            <a:chExt cx="6416485" cy="1319396"/>
          </a:xfrm>
        </p:grpSpPr>
        <p:pic>
          <p:nvPicPr>
            <p:cNvPr id="4" name="Gráfico 3" descr="Person in wheelchair con relleno sólido">
              <a:extLst>
                <a:ext uri="{FF2B5EF4-FFF2-40B4-BE49-F238E27FC236}">
                  <a16:creationId xmlns:a16="http://schemas.microsoft.com/office/drawing/2014/main" id="{BA0DE091-7B1A-BDBE-B851-7A932A202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55949" y="2374580"/>
              <a:ext cx="914400" cy="914400"/>
            </a:xfrm>
            <a:prstGeom prst="rect">
              <a:avLst/>
            </a:prstGeom>
          </p:spPr>
        </p:pic>
        <p:pic>
          <p:nvPicPr>
            <p:cNvPr id="8" name="Gráfico 7" descr="Group con relleno sólido">
              <a:extLst>
                <a:ext uri="{FF2B5EF4-FFF2-40B4-BE49-F238E27FC236}">
                  <a16:creationId xmlns:a16="http://schemas.microsoft.com/office/drawing/2014/main" id="{FAC69F70-69C1-FC26-F1AD-5D8E3EB98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13833" y="2374580"/>
              <a:ext cx="914400" cy="914400"/>
            </a:xfrm>
            <a:prstGeom prst="rect">
              <a:avLst/>
            </a:prstGeom>
          </p:spPr>
        </p:pic>
        <p:pic>
          <p:nvPicPr>
            <p:cNvPr id="12" name="Gráfico 11" descr="Dance con relleno sólido">
              <a:extLst>
                <a:ext uri="{FF2B5EF4-FFF2-40B4-BE49-F238E27FC236}">
                  <a16:creationId xmlns:a16="http://schemas.microsoft.com/office/drawing/2014/main" id="{3E454C4D-22FB-0035-B044-1DA6E055D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29600" y="2374580"/>
              <a:ext cx="914400" cy="914400"/>
            </a:xfrm>
            <a:prstGeom prst="rect">
              <a:avLst/>
            </a:prstGeom>
          </p:spPr>
        </p:pic>
        <p:pic>
          <p:nvPicPr>
            <p:cNvPr id="14" name="Gráfico 13" descr="Van con relleno sólido">
              <a:extLst>
                <a:ext uri="{FF2B5EF4-FFF2-40B4-BE49-F238E27FC236}">
                  <a16:creationId xmlns:a16="http://schemas.microsoft.com/office/drawing/2014/main" id="{980D6366-D378-CE60-0728-E549D10C4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571717" y="2374580"/>
              <a:ext cx="914400" cy="914400"/>
            </a:xfrm>
            <a:prstGeom prst="rect">
              <a:avLst/>
            </a:prstGeom>
          </p:spPr>
        </p:pic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A5159B34-13E1-FC3C-C6C0-76A6D4E4BB42}"/>
                </a:ext>
              </a:extLst>
            </p:cNvPr>
            <p:cNvSpPr txBox="1"/>
            <p:nvPr/>
          </p:nvSpPr>
          <p:spPr>
            <a:xfrm>
              <a:off x="2974702" y="3225533"/>
              <a:ext cx="14151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12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Población con discapacidad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4947BB68-1268-98DC-DCF7-5959185C35EC}"/>
                </a:ext>
              </a:extLst>
            </p:cNvPr>
            <p:cNvSpPr txBox="1"/>
            <p:nvPr/>
          </p:nvSpPr>
          <p:spPr>
            <a:xfrm>
              <a:off x="4608631" y="3205962"/>
              <a:ext cx="1704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12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Hombres por cada 100 mujeres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A785BA5E-019B-51FE-C1D6-5764D4710124}"/>
                </a:ext>
              </a:extLst>
            </p:cNvPr>
            <p:cNvSpPr txBox="1"/>
            <p:nvPr/>
          </p:nvSpPr>
          <p:spPr>
            <a:xfrm>
              <a:off x="6388240" y="3225533"/>
              <a:ext cx="1704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12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Población residente en 2015</a:t>
              </a: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70947B02-0280-6FEB-B791-DAAF06B0B8DC}"/>
                </a:ext>
              </a:extLst>
            </p:cNvPr>
            <p:cNvSpPr txBox="1"/>
            <p:nvPr/>
          </p:nvSpPr>
          <p:spPr>
            <a:xfrm>
              <a:off x="8229600" y="3232311"/>
              <a:ext cx="11615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12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Diversidad étnica</a:t>
              </a: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2F169EF6-C337-3AA4-B95B-A733605E30C1}"/>
              </a:ext>
            </a:extLst>
          </p:cNvPr>
          <p:cNvGrpSpPr/>
          <p:nvPr/>
        </p:nvGrpSpPr>
        <p:grpSpPr>
          <a:xfrm>
            <a:off x="3012305" y="5153422"/>
            <a:ext cx="6094572" cy="1371471"/>
            <a:chOff x="3012305" y="5153422"/>
            <a:chExt cx="6094572" cy="1371471"/>
          </a:xfrm>
        </p:grpSpPr>
        <p:pic>
          <p:nvPicPr>
            <p:cNvPr id="16" name="Gráfico 15" descr="Mountains con relleno sólido">
              <a:extLst>
                <a:ext uri="{FF2B5EF4-FFF2-40B4-BE49-F238E27FC236}">
                  <a16:creationId xmlns:a16="http://schemas.microsoft.com/office/drawing/2014/main" id="{0CD1623C-22DA-07F6-E3A2-E8CD1F962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192477" y="5153422"/>
              <a:ext cx="914400" cy="914400"/>
            </a:xfrm>
            <a:prstGeom prst="rect">
              <a:avLst/>
            </a:prstGeom>
          </p:spPr>
        </p:pic>
        <p:pic>
          <p:nvPicPr>
            <p:cNvPr id="18" name="Gráfico 17" descr="Rain con relleno sólido">
              <a:extLst>
                <a:ext uri="{FF2B5EF4-FFF2-40B4-BE49-F238E27FC236}">
                  <a16:creationId xmlns:a16="http://schemas.microsoft.com/office/drawing/2014/main" id="{71A45FD8-5D3E-BBA4-6657-4A44793EB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726280" y="5153422"/>
              <a:ext cx="914400" cy="914400"/>
            </a:xfrm>
            <a:prstGeom prst="rect">
              <a:avLst/>
            </a:prstGeom>
          </p:spPr>
        </p:pic>
        <p:pic>
          <p:nvPicPr>
            <p:cNvPr id="20" name="Gráfico 19" descr="Compost con relleno sólido">
              <a:extLst>
                <a:ext uri="{FF2B5EF4-FFF2-40B4-BE49-F238E27FC236}">
                  <a16:creationId xmlns:a16="http://schemas.microsoft.com/office/drawing/2014/main" id="{EE0E4EB3-B680-7D97-80CD-A2DB6CD07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125278" y="5153422"/>
              <a:ext cx="914400" cy="914400"/>
            </a:xfrm>
            <a:prstGeom prst="rect">
              <a:avLst/>
            </a:prstGeom>
          </p:spPr>
        </p:pic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1C50BEEF-C3EB-2B6D-9ECB-BA7BAA17BD1B}"/>
                </a:ext>
              </a:extLst>
            </p:cNvPr>
            <p:cNvSpPr txBox="1"/>
            <p:nvPr/>
          </p:nvSpPr>
          <p:spPr>
            <a:xfrm>
              <a:off x="3012305" y="6063228"/>
              <a:ext cx="13744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12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Integridad del ecosistema</a:t>
              </a: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D8D71317-28A6-1BE0-78F5-D116B7A85FCA}"/>
                </a:ext>
              </a:extLst>
            </p:cNvPr>
            <p:cNvSpPr txBox="1"/>
            <p:nvPr/>
          </p:nvSpPr>
          <p:spPr>
            <a:xfrm>
              <a:off x="5590101" y="6014046"/>
              <a:ext cx="11481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12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Precipitación media</a:t>
              </a: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27138BFB-7EE5-197D-7E6F-CDF0F00B73EE}"/>
                </a:ext>
              </a:extLst>
            </p:cNvPr>
            <p:cNvSpPr txBox="1"/>
            <p:nvPr/>
          </p:nvSpPr>
          <p:spPr>
            <a:xfrm>
              <a:off x="8145952" y="5990550"/>
              <a:ext cx="914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12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Elevación </a:t>
              </a:r>
            </a:p>
            <a:p>
              <a:pPr algn="just"/>
              <a:r>
                <a:rPr lang="es-MX" sz="12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promedio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693E6AC-EC29-A3EF-7F51-94CD02C246EC}"/>
              </a:ext>
            </a:extLst>
          </p:cNvPr>
          <p:cNvSpPr txBox="1"/>
          <p:nvPr/>
        </p:nvSpPr>
        <p:spPr>
          <a:xfrm>
            <a:off x="-397603" y="6498179"/>
            <a:ext cx="10945860" cy="37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0000"/>
              </a:lnSpc>
            </a:pP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Lo tenemos que ver con más detalle… </a:t>
            </a:r>
            <a:r>
              <a:rPr lang="es-MX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Variables y medias por grupo de tratamiento</a:t>
            </a: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.</a:t>
            </a:r>
          </a:p>
        </p:txBody>
      </p:sp>
      <p:pic>
        <p:nvPicPr>
          <p:cNvPr id="32" name="Gráfico 31" descr="Treasure Map con relleno sólido">
            <a:extLst>
              <a:ext uri="{FF2B5EF4-FFF2-40B4-BE49-F238E27FC236}">
                <a16:creationId xmlns:a16="http://schemas.microsoft.com/office/drawing/2014/main" id="{AD4B887C-86E8-95BD-A2B0-BAE885C3E17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074356" y="1763435"/>
            <a:ext cx="914400" cy="914400"/>
          </a:xfrm>
          <a:prstGeom prst="rect">
            <a:avLst/>
          </a:prstGeom>
        </p:spPr>
      </p:pic>
      <p:sp>
        <p:nvSpPr>
          <p:cNvPr id="35" name="CuadroTexto 34">
            <a:extLst>
              <a:ext uri="{FF2B5EF4-FFF2-40B4-BE49-F238E27FC236}">
                <a16:creationId xmlns:a16="http://schemas.microsoft.com/office/drawing/2014/main" id="{6D4FF4F5-011B-7AD9-0388-2AD730F8BBD4}"/>
              </a:ext>
            </a:extLst>
          </p:cNvPr>
          <p:cNvSpPr txBox="1"/>
          <p:nvPr/>
        </p:nvSpPr>
        <p:spPr>
          <a:xfrm>
            <a:off x="3645150" y="2615318"/>
            <a:ext cx="2465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Cercanas (menos de 10km)</a:t>
            </a:r>
          </a:p>
        </p:txBody>
      </p:sp>
      <p:grpSp>
        <p:nvGrpSpPr>
          <p:cNvPr id="44" name="Grupo 43">
            <a:extLst>
              <a:ext uri="{FF2B5EF4-FFF2-40B4-BE49-F238E27FC236}">
                <a16:creationId xmlns:a16="http://schemas.microsoft.com/office/drawing/2014/main" id="{ED252F59-B784-8BF2-7A4A-FE8B67313B76}"/>
              </a:ext>
            </a:extLst>
          </p:cNvPr>
          <p:cNvGrpSpPr/>
          <p:nvPr/>
        </p:nvGrpSpPr>
        <p:grpSpPr>
          <a:xfrm>
            <a:off x="7192359" y="1625396"/>
            <a:ext cx="1113441" cy="1052440"/>
            <a:chOff x="7192359" y="1647167"/>
            <a:chExt cx="1198829" cy="1184213"/>
          </a:xfrm>
        </p:grpSpPr>
        <p:pic>
          <p:nvPicPr>
            <p:cNvPr id="33" name="Gráfico 32" descr="Treasure Map con relleno sólido">
              <a:extLst>
                <a:ext uri="{FF2B5EF4-FFF2-40B4-BE49-F238E27FC236}">
                  <a16:creationId xmlns:a16="http://schemas.microsoft.com/office/drawing/2014/main" id="{4B20F6D8-B092-A155-6A26-C76C42F76C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314903" y="1774321"/>
              <a:ext cx="914400" cy="914400"/>
            </a:xfrm>
            <a:prstGeom prst="rect">
              <a:avLst/>
            </a:prstGeom>
          </p:spPr>
        </p:pic>
        <p:sp>
          <p:nvSpPr>
            <p:cNvPr id="37" name="Símbolo &quot;No permitido&quot; 36">
              <a:extLst>
                <a:ext uri="{FF2B5EF4-FFF2-40B4-BE49-F238E27FC236}">
                  <a16:creationId xmlns:a16="http://schemas.microsoft.com/office/drawing/2014/main" id="{C5B79422-6936-C311-B44C-45D4EAB37DBD}"/>
                </a:ext>
              </a:extLst>
            </p:cNvPr>
            <p:cNvSpPr/>
            <p:nvPr/>
          </p:nvSpPr>
          <p:spPr>
            <a:xfrm>
              <a:off x="7192359" y="1647167"/>
              <a:ext cx="1198829" cy="1184213"/>
            </a:xfrm>
            <a:prstGeom prst="noSmoking">
              <a:avLst>
                <a:gd name="adj" fmla="val 352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>
                <a:solidFill>
                  <a:schemeClr val="tx1"/>
                </a:solidFill>
              </a:endParaRPr>
            </a:p>
          </p:txBody>
        </p:sp>
      </p:grpSp>
      <p:sp>
        <p:nvSpPr>
          <p:cNvPr id="43" name="CuadroTexto 42">
            <a:extLst>
              <a:ext uri="{FF2B5EF4-FFF2-40B4-BE49-F238E27FC236}">
                <a16:creationId xmlns:a16="http://schemas.microsoft.com/office/drawing/2014/main" id="{3CB48B21-AC68-21E5-AB44-F1464045C577}"/>
              </a:ext>
            </a:extLst>
          </p:cNvPr>
          <p:cNvSpPr txBox="1"/>
          <p:nvPr/>
        </p:nvSpPr>
        <p:spPr>
          <a:xfrm>
            <a:off x="6888984" y="2615318"/>
            <a:ext cx="2465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Control (menos de 10km)</a:t>
            </a:r>
          </a:p>
        </p:txBody>
      </p:sp>
      <p:pic>
        <p:nvPicPr>
          <p:cNvPr id="46" name="Gráfico 45" descr="Scatterplot con relleno sólido">
            <a:extLst>
              <a:ext uri="{FF2B5EF4-FFF2-40B4-BE49-F238E27FC236}">
                <a16:creationId xmlns:a16="http://schemas.microsoft.com/office/drawing/2014/main" id="{3FB1C39C-59D3-D754-083C-5D4285A3EE4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896864" y="3287492"/>
            <a:ext cx="914400" cy="914400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1BA04679-76C8-D8DC-02F0-3370824779B7}"/>
              </a:ext>
            </a:extLst>
          </p:cNvPr>
          <p:cNvSpPr txBox="1"/>
          <p:nvPr/>
        </p:nvSpPr>
        <p:spPr>
          <a:xfrm>
            <a:off x="8852907" y="4120154"/>
            <a:ext cx="1161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Densidad Poblacional</a:t>
            </a:r>
          </a:p>
        </p:txBody>
      </p:sp>
    </p:spTree>
    <p:extLst>
      <p:ext uri="{BB962C8B-B14F-4D97-AF65-F5344CB8AC3E}">
        <p14:creationId xmlns:p14="http://schemas.microsoft.com/office/powerpoint/2010/main" val="631677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7EBF0833-062A-A5B9-DBE1-E03273052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MX" dirty="0">
                <a:solidFill>
                  <a:srgbClr val="206A5D"/>
                </a:solidFill>
                <a:latin typeface="Roboto Condensed" pitchFamily="2" charset="0"/>
                <a:ea typeface="Roboto Condensed" pitchFamily="2" charset="0"/>
              </a:rPr>
              <a:t>Ejemplo visual: Cabo Pulmo</a:t>
            </a:r>
            <a:br>
              <a:rPr lang="es-MX" dirty="0">
                <a:solidFill>
                  <a:srgbClr val="206A5D"/>
                </a:solidFill>
                <a:latin typeface="Roboto Condensed" pitchFamily="2" charset="0"/>
                <a:ea typeface="Roboto Condensed" pitchFamily="2" charset="0"/>
              </a:rPr>
            </a:br>
            <a:endParaRPr lang="es-MX" dirty="0">
              <a:solidFill>
                <a:srgbClr val="206A5D"/>
              </a:solidFill>
              <a:latin typeface="Roboto Condensed" pitchFamily="2" charset="0"/>
              <a:ea typeface="Roboto Condensed" pitchFamily="2" charset="0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B01909F-ED86-FCD4-8959-977B7B6C86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18"/>
          <a:stretch/>
        </p:blipFill>
        <p:spPr>
          <a:xfrm>
            <a:off x="446314" y="1436914"/>
            <a:ext cx="5745838" cy="4802187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CB58B75A-DF98-0D40-135B-ED627FD133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10"/>
          <a:stretch/>
        </p:blipFill>
        <p:spPr>
          <a:xfrm>
            <a:off x="6096000" y="1436914"/>
            <a:ext cx="5638182" cy="4802400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2D65FD95-E508-A390-3096-F953166D5887}"/>
              </a:ext>
            </a:extLst>
          </p:cNvPr>
          <p:cNvSpPr txBox="1"/>
          <p:nvPr/>
        </p:nvSpPr>
        <p:spPr>
          <a:xfrm>
            <a:off x="3111495" y="1036804"/>
            <a:ext cx="6945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Indicadores para la Península de Baja California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84712A9-3C24-18E9-DD5E-E822C763B08D}"/>
              </a:ext>
            </a:extLst>
          </p:cNvPr>
          <p:cNvSpPr txBox="1"/>
          <p:nvPr/>
        </p:nvSpPr>
        <p:spPr>
          <a:xfrm>
            <a:off x="165462" y="6338986"/>
            <a:ext cx="110577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>
                <a:latin typeface="Roboto Condensed" pitchFamily="2" charset="0"/>
                <a:ea typeface="Roboto Condensed" pitchFamily="2" charset="0"/>
              </a:rPr>
              <a:t>Fuentes: </a:t>
            </a:r>
            <a:r>
              <a:rPr lang="es-MX" sz="1400" dirty="0">
                <a:latin typeface="Roboto Condensed" pitchFamily="2" charset="0"/>
                <a:ea typeface="Roboto Condensed" pitchFamily="2" charset="0"/>
              </a:rPr>
              <a:t>La cartografía se realizó con el marco geoestadístico del INEGI y los datos espaciales de la Comisión Nacional de Áreas Naturales Protegidas (CONANP). Los datos para la marginación vienen de la CONAPO y los datos para el ingreso de mi procesamiento del CPV publicado por INEGI. </a:t>
            </a:r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1360106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85F22-8955-7AE1-BFEC-CEA46AB3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rgbClr val="206A5D"/>
                </a:solidFill>
                <a:latin typeface="Roboto Condensed" pitchFamily="2" charset="0"/>
                <a:ea typeface="Roboto Condensed" pitchFamily="2" charset="0"/>
              </a:rPr>
              <a:t>Emparejamiento mediante </a:t>
            </a:r>
            <a:r>
              <a:rPr lang="es-MX" i="1" dirty="0">
                <a:solidFill>
                  <a:srgbClr val="206A5D"/>
                </a:solidFill>
                <a:latin typeface="Roboto Condensed" pitchFamily="2" charset="0"/>
                <a:ea typeface="Roboto Condensed" pitchFamily="2" charset="0"/>
              </a:rPr>
              <a:t>PSM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91C4126D-B9E9-A49F-3D38-A626340D5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261"/>
            <a:ext cx="10283687" cy="4586702"/>
          </a:xfrm>
        </p:spPr>
        <p:txBody>
          <a:bodyPr/>
          <a:lstStyle/>
          <a:p>
            <a:pPr marL="0" indent="0">
              <a:buNone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El índice de propensión es una herramienta econométrica que nos permite generar parejas entre los municipios del estudio con el propósito de evitar que sus </a:t>
            </a:r>
            <a:r>
              <a:rPr lang="es-MX" b="1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características alteren el impacto de recibir un tratamiento. </a:t>
            </a:r>
          </a:p>
          <a:p>
            <a:pPr marL="0" indent="0">
              <a:buNone/>
            </a:pPr>
            <a:endParaRPr lang="es-MX" b="1" dirty="0">
              <a:solidFill>
                <a:schemeClr val="bg2">
                  <a:lumMod val="25000"/>
                </a:schemeClr>
              </a:solidFill>
              <a:latin typeface="Roboto Condensed" pitchFamily="2" charset="0"/>
              <a:ea typeface="Roboto Condensed" pitchFamily="2" charset="0"/>
            </a:endParaRPr>
          </a:p>
          <a:p>
            <a:pPr marL="0" indent="0">
              <a:buNone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En este caso nos importa que las características de los municipios (por ejemplo: extensión, población y geografía) afecten nuestras mediciones.</a:t>
            </a:r>
            <a:r>
              <a:rPr lang="es-MX" b="1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 Matemáticamente,</a:t>
            </a:r>
            <a:endParaRPr lang="es-MX" dirty="0">
              <a:solidFill>
                <a:schemeClr val="bg2">
                  <a:lumMod val="25000"/>
                </a:schemeClr>
              </a:solidFill>
              <a:latin typeface="Roboto Condensed" pitchFamily="2" charset="0"/>
              <a:ea typeface="Roboto Condensed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F3F7110-7817-B67D-A502-C79C76BA2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5" y="5267739"/>
            <a:ext cx="10809514" cy="334445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1020DA1-B8BC-F9A7-7405-2867636D721D}"/>
              </a:ext>
            </a:extLst>
          </p:cNvPr>
          <p:cNvSpPr txBox="1"/>
          <p:nvPr/>
        </p:nvSpPr>
        <p:spPr>
          <a:xfrm flipH="1">
            <a:off x="3463832" y="5786101"/>
            <a:ext cx="2632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Efecto promedio en tratados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B81CA1D-0BCB-B6C3-3B6E-FC223718842B}"/>
              </a:ext>
            </a:extLst>
          </p:cNvPr>
          <p:cNvSpPr txBox="1"/>
          <p:nvPr/>
        </p:nvSpPr>
        <p:spPr>
          <a:xfrm flipH="1">
            <a:off x="8297089" y="5786101"/>
            <a:ext cx="2632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Efecto promedio en no tratados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A960B2D-FE09-C979-7368-68AE4F7066E2}"/>
              </a:ext>
            </a:extLst>
          </p:cNvPr>
          <p:cNvSpPr txBox="1"/>
          <p:nvPr/>
        </p:nvSpPr>
        <p:spPr>
          <a:xfrm flipH="1">
            <a:off x="274317" y="5658366"/>
            <a:ext cx="1761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Efecto </a:t>
            </a:r>
            <a:r>
              <a:rPr lang="es-MX" b="1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promedio</a:t>
            </a:r>
            <a:r>
              <a:rPr lang="es-MX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 de tratamiento en los tratados</a:t>
            </a:r>
          </a:p>
        </p:txBody>
      </p:sp>
    </p:spTree>
    <p:extLst>
      <p:ext uri="{BB962C8B-B14F-4D97-AF65-F5344CB8AC3E}">
        <p14:creationId xmlns:p14="http://schemas.microsoft.com/office/powerpoint/2010/main" val="2677128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85F22-8955-7AE1-BFEC-CEA46AB3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rgbClr val="206A5D"/>
                </a:solidFill>
                <a:latin typeface="Roboto Condensed" pitchFamily="2" charset="0"/>
                <a:ea typeface="Roboto Condensed" pitchFamily="2" charset="0"/>
              </a:rPr>
              <a:t>Supuestos del modelo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91C4126D-B9E9-A49F-3D38-A626340D5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260"/>
            <a:ext cx="10099766" cy="83072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El índice de propensión necesita el cumplimiento de dos supuestos fundamentales para operar. En este caso, 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E0D00A8-27C5-A890-EEE0-CA14C3078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20" y="3632178"/>
            <a:ext cx="4889194" cy="279956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1A48756-469B-1B88-28AB-09981C6C5F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063" y="3697493"/>
            <a:ext cx="4368909" cy="327112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8B093DF-98E4-FA64-1D1D-F90B00B73782}"/>
              </a:ext>
            </a:extLst>
          </p:cNvPr>
          <p:cNvSpPr txBox="1"/>
          <p:nvPr/>
        </p:nvSpPr>
        <p:spPr>
          <a:xfrm>
            <a:off x="2227000" y="2387717"/>
            <a:ext cx="1654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Soporte común</a:t>
            </a:r>
            <a:endParaRPr lang="es-MX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B4346C4-2213-1DC9-463B-333497E437BF}"/>
              </a:ext>
            </a:extLst>
          </p:cNvPr>
          <p:cNvSpPr txBox="1"/>
          <p:nvPr/>
        </p:nvSpPr>
        <p:spPr>
          <a:xfrm>
            <a:off x="7611291" y="2387717"/>
            <a:ext cx="2429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Efectos inconfundibles</a:t>
            </a:r>
            <a:endParaRPr lang="es-MX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017D483-3676-7FF5-8CCA-42EE1BE8958C}"/>
              </a:ext>
            </a:extLst>
          </p:cNvPr>
          <p:cNvSpPr txBox="1"/>
          <p:nvPr/>
        </p:nvSpPr>
        <p:spPr>
          <a:xfrm>
            <a:off x="757143" y="2702513"/>
            <a:ext cx="45943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dirty="0">
                <a:latin typeface="Helvetica" panose="020B0604020202020204" pitchFamily="34" charset="0"/>
                <a:cs typeface="Helvetica" panose="020B0604020202020204" pitchFamily="34" charset="0"/>
              </a:rPr>
              <a:t>El índice de propensión está acotado entre (0,1), por lo que hay un área en donde coinciden los municipios cercanos y los no cercanos.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C71E0A0-0CC1-89B9-6895-F5E960F74490}"/>
              </a:ext>
            </a:extLst>
          </p:cNvPr>
          <p:cNvSpPr txBox="1"/>
          <p:nvPr/>
        </p:nvSpPr>
        <p:spPr>
          <a:xfrm>
            <a:off x="6755320" y="2702513"/>
            <a:ext cx="41826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dirty="0">
                <a:latin typeface="Helvetica" panose="020B0604020202020204" pitchFamily="34" charset="0"/>
                <a:cs typeface="Helvetica" panose="020B0604020202020204" pitchFamily="34" charset="0"/>
              </a:rPr>
              <a:t>El impacto en los municipios no puede explicarse por sus características después de realizar el emparejamiento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DE0C96A-E243-E49B-0071-0FF23651D6B8}"/>
              </a:ext>
            </a:extLst>
          </p:cNvPr>
          <p:cNvSpPr txBox="1"/>
          <p:nvPr/>
        </p:nvSpPr>
        <p:spPr>
          <a:xfrm>
            <a:off x="-397603" y="6479435"/>
            <a:ext cx="10945860" cy="37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0000"/>
              </a:lnSpc>
            </a:pP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Véase </a:t>
            </a:r>
            <a:r>
              <a:rPr lang="es-MX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Más sobre el emparejamiento</a:t>
            </a: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9770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0EC655A-4C1D-45E0-7C44-2789259C7A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99227" y="2129314"/>
            <a:ext cx="6322853" cy="454628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D139ACB-6233-ED5D-B8CA-3885DB67BC5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>
                <a:solidFill>
                  <a:srgbClr val="206A5D"/>
                </a:solidFill>
                <a:latin typeface="Roboto Condensed" pitchFamily="2" charset="0"/>
                <a:ea typeface="Roboto Condensed" pitchFamily="2" charset="0"/>
              </a:rPr>
              <a:t>Índice de propensión por municipio</a:t>
            </a:r>
          </a:p>
        </p:txBody>
      </p:sp>
      <p:sp>
        <p:nvSpPr>
          <p:cNvPr id="4" name="Marcador de contenido 6">
            <a:extLst>
              <a:ext uri="{FF2B5EF4-FFF2-40B4-BE49-F238E27FC236}">
                <a16:creationId xmlns:a16="http://schemas.microsoft.com/office/drawing/2014/main" id="{A24A3A47-8042-7F61-C4ED-9D4DF60CCC0F}"/>
              </a:ext>
            </a:extLst>
          </p:cNvPr>
          <p:cNvSpPr txBox="1">
            <a:spLocks/>
          </p:cNvSpPr>
          <p:nvPr/>
        </p:nvSpPr>
        <p:spPr>
          <a:xfrm>
            <a:off x="838200" y="1006789"/>
            <a:ext cx="10099766" cy="13255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En el mapa podemos observar como el índice de propensión identifica la cercanía de ANPs según municipios. Alcanza valores mayores en regiones centrales. </a:t>
            </a:r>
          </a:p>
        </p:txBody>
      </p:sp>
    </p:spTree>
    <p:extLst>
      <p:ext uri="{BB962C8B-B14F-4D97-AF65-F5344CB8AC3E}">
        <p14:creationId xmlns:p14="http://schemas.microsoft.com/office/powerpoint/2010/main" val="1346166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54DC9F-2C8D-91BD-75AF-3F8F7BCBA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25" y="1462088"/>
            <a:ext cx="10776175" cy="3768606"/>
          </a:xfrm>
        </p:spPr>
        <p:txBody>
          <a:bodyPr>
            <a:normAutofit/>
          </a:bodyPr>
          <a:lstStyle/>
          <a:p>
            <a:r>
              <a:rPr lang="es-MX" dirty="0">
                <a:latin typeface="Roboto Condensed" pitchFamily="2" charset="0"/>
                <a:ea typeface="Roboto Condensed" pitchFamily="2" charset="0"/>
              </a:rPr>
              <a:t>Aprovechamos sus características para obtener mejores resultados: queremos desglosar el desempeño del tratamiento promedio según las características de cada área protegida. Estas características son:</a:t>
            </a:r>
          </a:p>
          <a:p>
            <a:pPr marL="0" indent="0">
              <a:buNone/>
            </a:pPr>
            <a:endParaRPr lang="es-MX" dirty="0">
              <a:latin typeface="Roboto Condensed" pitchFamily="2" charset="0"/>
              <a:ea typeface="Roboto Condensed" pitchFamily="2" charset="0"/>
            </a:endParaRPr>
          </a:p>
          <a:p>
            <a:pPr marL="0" indent="0">
              <a:buNone/>
            </a:pPr>
            <a:endParaRPr lang="es-MX" dirty="0">
              <a:latin typeface="Roboto Condensed" pitchFamily="2" charset="0"/>
              <a:ea typeface="Roboto Condensed" pitchFamily="2" charset="0"/>
            </a:endParaRPr>
          </a:p>
          <a:p>
            <a:pPr marL="0" indent="0">
              <a:buNone/>
            </a:pPr>
            <a:endParaRPr lang="es-MX" dirty="0">
              <a:latin typeface="Roboto Condensed" pitchFamily="2" charset="0"/>
              <a:ea typeface="Roboto Condensed" pitchFamily="2" charset="0"/>
            </a:endParaRPr>
          </a:p>
          <a:p>
            <a:r>
              <a:rPr lang="es-MX" dirty="0">
                <a:latin typeface="Roboto Condensed" pitchFamily="2" charset="0"/>
                <a:ea typeface="Roboto Condensed" pitchFamily="2" charset="0"/>
              </a:rPr>
              <a:t>De forma muy simple, evaluamos las diferencias con una regresión lineal:</a:t>
            </a:r>
            <a:endParaRPr lang="es-MX" sz="1600" dirty="0">
              <a:latin typeface="Roboto Condensed" pitchFamily="2" charset="0"/>
              <a:ea typeface="Roboto Condensed" pitchFamily="2" charset="0"/>
            </a:endParaRPr>
          </a:p>
          <a:p>
            <a:pPr lvl="1"/>
            <a:endParaRPr lang="es-MX" dirty="0"/>
          </a:p>
          <a:p>
            <a:pPr lvl="1"/>
            <a:endParaRPr lang="es-MX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EBF0833-062A-A5B9-DBE1-E03273052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9810"/>
            <a:ext cx="10515600" cy="1325563"/>
          </a:xfrm>
        </p:spPr>
        <p:txBody>
          <a:bodyPr/>
          <a:lstStyle/>
          <a:p>
            <a:r>
              <a:rPr lang="es-MX" dirty="0">
                <a:solidFill>
                  <a:srgbClr val="206A5D"/>
                </a:solidFill>
                <a:latin typeface="Roboto Condensed" pitchFamily="2" charset="0"/>
                <a:ea typeface="Roboto Condensed" pitchFamily="2" charset="0"/>
              </a:rPr>
              <a:t>Características de las ANPs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693E6AC-EC29-A3EF-7F51-94CD02C246EC}"/>
              </a:ext>
            </a:extLst>
          </p:cNvPr>
          <p:cNvSpPr txBox="1"/>
          <p:nvPr/>
        </p:nvSpPr>
        <p:spPr>
          <a:xfrm>
            <a:off x="-397603" y="6498179"/>
            <a:ext cx="10945860" cy="37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0000"/>
              </a:lnSpc>
            </a:pP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Lo tenemos que ver con más detalle… </a:t>
            </a:r>
            <a:r>
              <a:rPr lang="es-MX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Variables y medias por grupo de tratamiento</a:t>
            </a: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F04253E-AF75-F73A-FD6F-D63ACF54AB17}"/>
              </a:ext>
            </a:extLst>
          </p:cNvPr>
          <p:cNvSpPr txBox="1"/>
          <p:nvPr/>
        </p:nvSpPr>
        <p:spPr>
          <a:xfrm>
            <a:off x="1391366" y="3794277"/>
            <a:ext cx="16640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Categorías</a:t>
            </a:r>
            <a:endParaRPr lang="es-MX" dirty="0"/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B4CC218B-736B-0D0C-75EA-27EBB00529C2}"/>
              </a:ext>
            </a:extLst>
          </p:cNvPr>
          <p:cNvGrpSpPr/>
          <p:nvPr/>
        </p:nvGrpSpPr>
        <p:grpSpPr>
          <a:xfrm>
            <a:off x="1624361" y="2889191"/>
            <a:ext cx="9661683" cy="914400"/>
            <a:chOff x="1624361" y="2889191"/>
            <a:chExt cx="9661683" cy="914400"/>
          </a:xfrm>
        </p:grpSpPr>
        <p:pic>
          <p:nvPicPr>
            <p:cNvPr id="10" name="Gráfico 9" descr="Filter con relleno sólido">
              <a:extLst>
                <a:ext uri="{FF2B5EF4-FFF2-40B4-BE49-F238E27FC236}">
                  <a16:creationId xmlns:a16="http://schemas.microsoft.com/office/drawing/2014/main" id="{70D9D5C8-74C4-E1C1-B339-906176C0F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24361" y="2889191"/>
              <a:ext cx="914400" cy="914400"/>
            </a:xfrm>
            <a:prstGeom prst="rect">
              <a:avLst/>
            </a:prstGeom>
          </p:spPr>
        </p:pic>
        <p:pic>
          <p:nvPicPr>
            <p:cNvPr id="13" name="Gráfico 12" descr="Alterations &amp; Tailoring con relleno sólido">
              <a:extLst>
                <a:ext uri="{FF2B5EF4-FFF2-40B4-BE49-F238E27FC236}">
                  <a16:creationId xmlns:a16="http://schemas.microsoft.com/office/drawing/2014/main" id="{A519516E-1482-C66E-CE46-149A7E5C98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371644" y="2889191"/>
              <a:ext cx="914400" cy="914400"/>
            </a:xfrm>
            <a:prstGeom prst="rect">
              <a:avLst/>
            </a:prstGeom>
          </p:spPr>
        </p:pic>
        <p:pic>
          <p:nvPicPr>
            <p:cNvPr id="17" name="Gráfico 16" descr="Hourglass Finished con relleno sólido">
              <a:extLst>
                <a:ext uri="{FF2B5EF4-FFF2-40B4-BE49-F238E27FC236}">
                  <a16:creationId xmlns:a16="http://schemas.microsoft.com/office/drawing/2014/main" id="{EB53A03B-FEC4-2E2F-741F-EB7E72A698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811182" y="2889191"/>
              <a:ext cx="914400" cy="914400"/>
            </a:xfrm>
            <a:prstGeom prst="rect">
              <a:avLst/>
            </a:prstGeom>
          </p:spPr>
        </p:pic>
        <p:pic>
          <p:nvPicPr>
            <p:cNvPr id="30" name="Gráfico 29" descr="Rating 3 Star con relleno sólido">
              <a:extLst>
                <a:ext uri="{FF2B5EF4-FFF2-40B4-BE49-F238E27FC236}">
                  <a16:creationId xmlns:a16="http://schemas.microsoft.com/office/drawing/2014/main" id="{C09CD4E5-2B32-4AFC-1BF1-0092C4717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998003" y="2889191"/>
              <a:ext cx="914400" cy="914400"/>
            </a:xfrm>
            <a:prstGeom prst="rect">
              <a:avLst/>
            </a:prstGeom>
          </p:spPr>
        </p:pic>
        <p:pic>
          <p:nvPicPr>
            <p:cNvPr id="34" name="Gráfico 33" descr="Coins con relleno sólido">
              <a:extLst>
                <a:ext uri="{FF2B5EF4-FFF2-40B4-BE49-F238E27FC236}">
                  <a16:creationId xmlns:a16="http://schemas.microsoft.com/office/drawing/2014/main" id="{7AFBC851-F6F8-742F-42A0-52B5110C8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184824" y="2889191"/>
              <a:ext cx="914400" cy="914400"/>
            </a:xfrm>
            <a:prstGeom prst="rect">
              <a:avLst/>
            </a:prstGeom>
          </p:spPr>
        </p:pic>
      </p:grpSp>
      <p:sp>
        <p:nvSpPr>
          <p:cNvPr id="39" name="CuadroTexto 38">
            <a:extLst>
              <a:ext uri="{FF2B5EF4-FFF2-40B4-BE49-F238E27FC236}">
                <a16:creationId xmlns:a16="http://schemas.microsoft.com/office/drawing/2014/main" id="{157DF32C-921D-40A3-0B2F-50195DE59930}"/>
              </a:ext>
            </a:extLst>
          </p:cNvPr>
          <p:cNvSpPr txBox="1"/>
          <p:nvPr/>
        </p:nvSpPr>
        <p:spPr>
          <a:xfrm>
            <a:off x="3495821" y="3794277"/>
            <a:ext cx="16640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Antigüedad</a:t>
            </a:r>
            <a:endParaRPr lang="es-MX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916CFDEA-96A8-D4A7-C0A4-D664EA56D4E1}"/>
              </a:ext>
            </a:extLst>
          </p:cNvPr>
          <p:cNvSpPr txBox="1"/>
          <p:nvPr/>
        </p:nvSpPr>
        <p:spPr>
          <a:xfrm>
            <a:off x="5965712" y="3794277"/>
            <a:ext cx="16640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SINANP</a:t>
            </a:r>
            <a:endParaRPr lang="es-MX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401F567-FFDB-DCBB-54D9-9DD19B19325D}"/>
              </a:ext>
            </a:extLst>
          </p:cNvPr>
          <p:cNvSpPr txBox="1"/>
          <p:nvPr/>
        </p:nvSpPr>
        <p:spPr>
          <a:xfrm>
            <a:off x="7944566" y="3794277"/>
            <a:ext cx="16640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Presupuesto</a:t>
            </a:r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4ABDD871-C439-E91F-4B35-81351491DFFB}"/>
              </a:ext>
            </a:extLst>
          </p:cNvPr>
          <p:cNvSpPr txBox="1"/>
          <p:nvPr/>
        </p:nvSpPr>
        <p:spPr>
          <a:xfrm>
            <a:off x="10163678" y="3794277"/>
            <a:ext cx="16640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Helvetica" panose="020B0604020202020204" pitchFamily="34" charset="0"/>
                <a:cs typeface="Helvetica" panose="020B0604020202020204" pitchFamily="34" charset="0"/>
              </a:rPr>
              <a:t>Superficie</a:t>
            </a:r>
            <a:endParaRPr lang="es-MX" dirty="0"/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3E27CF4B-55CB-A638-E8A9-776067AAD20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75" y="4949905"/>
            <a:ext cx="8731113" cy="473420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E49E07C5-A0F2-DB84-49B9-BA2B4490091D}"/>
              </a:ext>
            </a:extLst>
          </p:cNvPr>
          <p:cNvSpPr txBox="1"/>
          <p:nvPr/>
        </p:nvSpPr>
        <p:spPr>
          <a:xfrm flipH="1">
            <a:off x="3055433" y="5423325"/>
            <a:ext cx="1696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Efecto promedio de tratamiento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C3F3D8A6-454B-17B2-E6FC-34B5F951CE2C}"/>
              </a:ext>
            </a:extLst>
          </p:cNvPr>
          <p:cNvSpPr txBox="1"/>
          <p:nvPr/>
        </p:nvSpPr>
        <p:spPr>
          <a:xfrm flipH="1">
            <a:off x="4696825" y="5423325"/>
            <a:ext cx="1566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Características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23F08453-B9A4-0154-D9A2-6FE94B23362F}"/>
              </a:ext>
            </a:extLst>
          </p:cNvPr>
          <p:cNvSpPr txBox="1"/>
          <p:nvPr/>
        </p:nvSpPr>
        <p:spPr>
          <a:xfrm flipH="1">
            <a:off x="6273731" y="5394081"/>
            <a:ext cx="997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Término aleatorio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F242BD98-8045-7816-48BD-5C2E94A50387}"/>
              </a:ext>
            </a:extLst>
          </p:cNvPr>
          <p:cNvSpPr txBox="1"/>
          <p:nvPr/>
        </p:nvSpPr>
        <p:spPr>
          <a:xfrm flipH="1">
            <a:off x="765105" y="5441071"/>
            <a:ext cx="2217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Efecto promedio según características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F8920D3F-26DC-611A-690D-04C9B9E600F5}"/>
              </a:ext>
            </a:extLst>
          </p:cNvPr>
          <p:cNvSpPr txBox="1"/>
          <p:nvPr/>
        </p:nvSpPr>
        <p:spPr>
          <a:xfrm>
            <a:off x="-397603" y="6479435"/>
            <a:ext cx="10945860" cy="37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0000"/>
              </a:lnSpc>
            </a:pP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Lo tenemos que ver con más detalle… </a:t>
            </a:r>
            <a:r>
              <a:rPr lang="es-MX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Variables y medias por grupo de tratamiento</a:t>
            </a: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37100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C0BA9E09-8EE7-F591-A36D-9204A344FD2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>
                <a:solidFill>
                  <a:srgbClr val="206A5D"/>
                </a:solidFill>
                <a:latin typeface="Roboto Condensed" pitchFamily="2" charset="0"/>
                <a:ea typeface="Roboto Condensed" pitchFamily="2" charset="0"/>
              </a:rPr>
              <a:t>Resultados: marginación</a:t>
            </a:r>
          </a:p>
        </p:txBody>
      </p:sp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6FF0C3D0-40A7-FA90-A617-C86E8C9FA648}"/>
              </a:ext>
            </a:extLst>
          </p:cNvPr>
          <p:cNvSpPr txBox="1">
            <a:spLocks/>
          </p:cNvSpPr>
          <p:nvPr/>
        </p:nvSpPr>
        <p:spPr>
          <a:xfrm>
            <a:off x="838200" y="1137822"/>
            <a:ext cx="10972800" cy="57201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Para la evaluación de impacto obtenemos los siguientes resultados:</a:t>
            </a:r>
            <a:endParaRPr lang="es-MX" b="1" dirty="0">
              <a:solidFill>
                <a:schemeClr val="bg2">
                  <a:lumMod val="25000"/>
                </a:schemeClr>
              </a:solidFill>
              <a:latin typeface="Roboto Condensed" pitchFamily="2" charset="0"/>
              <a:ea typeface="Roboto Condensed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MX" b="1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	Marginación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b="1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	</a:t>
            </a:r>
            <a:r>
              <a:rPr lang="es-MX" sz="28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La cercanía de un Área Protegida </a:t>
            </a:r>
            <a:r>
              <a:rPr lang="es-MX" sz="2800" b="1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disminuye la marginación entre 	2.6 y 1.4 puntos del índice</a:t>
            </a:r>
            <a:r>
              <a:rPr lang="es-MX" sz="28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. Al considerar categorías: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sz="28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	-Las Reservas de la Biosfera la aumenta en 2.4 y 1.5 puntos.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sz="28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	-Los Santuarios la aumenta en 4.2 puntos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sz="28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	-Los Monumentos Naturales la pueden aumentar en 2.8 puntos.</a:t>
            </a:r>
          </a:p>
          <a:p>
            <a:r>
              <a:rPr lang="es-MX" sz="28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Entre 54.8 y 50.4 puntos del modelo no se explican por sus variables.</a:t>
            </a:r>
          </a:p>
          <a:p>
            <a:r>
              <a:rPr lang="es-MX" sz="28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La marginación se ve afectada por </a:t>
            </a: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sus componentes: mejora educación, ingreso, características de la vivienda y tamaño de población.</a:t>
            </a:r>
            <a:endParaRPr lang="es-MX" sz="2800" dirty="0">
              <a:solidFill>
                <a:schemeClr val="bg2">
                  <a:lumMod val="25000"/>
                </a:schemeClr>
              </a:solidFill>
              <a:latin typeface="Roboto Condensed" pitchFamily="2" charset="0"/>
              <a:ea typeface="Roboto Condensed" pitchFamily="2" charset="0"/>
            </a:endParaRPr>
          </a:p>
          <a:p>
            <a:endParaRPr lang="es-MX" sz="2800" dirty="0">
              <a:solidFill>
                <a:schemeClr val="bg2">
                  <a:lumMod val="25000"/>
                </a:schemeClr>
              </a:solidFill>
              <a:latin typeface="Roboto Condensed" pitchFamily="2" charset="0"/>
              <a:ea typeface="Roboto Condensed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MX" sz="2800" dirty="0">
              <a:solidFill>
                <a:schemeClr val="bg2">
                  <a:lumMod val="25000"/>
                </a:schemeClr>
              </a:solidFill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A9E6D7B-65C7-E8BE-A425-5FDBBCED5D5D}"/>
              </a:ext>
            </a:extLst>
          </p:cNvPr>
          <p:cNvSpPr txBox="1"/>
          <p:nvPr/>
        </p:nvSpPr>
        <p:spPr>
          <a:xfrm>
            <a:off x="6389915" y="6314478"/>
            <a:ext cx="6377722" cy="37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0000"/>
              </a:lnSpc>
            </a:pP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Véase </a:t>
            </a:r>
            <a:r>
              <a:rPr lang="es-MX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Resultados de marginación y sus componentes</a:t>
            </a: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848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C0BA9E09-8EE7-F591-A36D-9204A344FD2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>
                <a:solidFill>
                  <a:srgbClr val="206A5D"/>
                </a:solidFill>
                <a:latin typeface="Roboto Condensed" pitchFamily="2" charset="0"/>
                <a:ea typeface="Roboto Condensed" pitchFamily="2" charset="0"/>
              </a:rPr>
              <a:t>Resultados: ingreso promedio</a:t>
            </a:r>
          </a:p>
        </p:txBody>
      </p:sp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6FF0C3D0-40A7-FA90-A617-C86E8C9FA648}"/>
              </a:ext>
            </a:extLst>
          </p:cNvPr>
          <p:cNvSpPr txBox="1">
            <a:spLocks/>
          </p:cNvSpPr>
          <p:nvPr/>
        </p:nvSpPr>
        <p:spPr>
          <a:xfrm>
            <a:off x="838200" y="1584136"/>
            <a:ext cx="10515600" cy="49087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Para la evaluación de impacto obtenemos los siguientes resultados:</a:t>
            </a:r>
            <a:endParaRPr lang="es-MX" b="1" dirty="0">
              <a:solidFill>
                <a:schemeClr val="bg2">
                  <a:lumMod val="25000"/>
                </a:schemeClr>
              </a:solidFill>
              <a:latin typeface="Roboto Condensed" pitchFamily="2" charset="0"/>
              <a:ea typeface="Roboto Condensed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MX" b="1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	Ingreso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b="1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	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Observamos que la cercanía de </a:t>
            </a:r>
            <a:r>
              <a:rPr lang="es-MX" sz="2400" b="1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un ANP genera entre $1,481.7 y $1,928.3 	pesos adicionales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. No obstante, esto difiere </a:t>
            </a:r>
            <a:r>
              <a:rPr lang="es-MX" sz="2400" b="1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por categoría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	- los </a:t>
            </a:r>
            <a:r>
              <a:rPr lang="es-MX" sz="2400" b="1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Parques Nacionales aumentan 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esa cantidad entre $1,201.9 y $1,048.7.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	- Las </a:t>
            </a:r>
            <a:r>
              <a:rPr lang="es-MX" sz="2400" b="1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Reservas de la Biosfera disminuyen 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esa cantidad entre $1,466.6 y 	$1,209.0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sz="2400" dirty="0">
              <a:solidFill>
                <a:schemeClr val="bg2">
                  <a:lumMod val="25000"/>
                </a:schemeClr>
              </a:solidFill>
              <a:latin typeface="Roboto Condensed" pitchFamily="2" charset="0"/>
              <a:ea typeface="Roboto Condensed" pitchFamily="2" charset="0"/>
            </a:endParaRPr>
          </a:p>
          <a:p>
            <a:r>
              <a:rPr lang="es-MX" sz="24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Alrededor de $2,959.0 y $2,523.8 no pueden explicarse por las variables del 	modelo.</a:t>
            </a:r>
          </a:p>
          <a:p>
            <a:r>
              <a:rPr lang="es-MX" sz="24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Los resultados tienen significancia estadística (p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&lt;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0.01)</a:t>
            </a:r>
            <a:endParaRPr lang="es-MX" sz="2000" dirty="0">
              <a:solidFill>
                <a:schemeClr val="bg2">
                  <a:lumMod val="25000"/>
                </a:schemeClr>
              </a:solidFill>
              <a:latin typeface="Roboto Condensed" pitchFamily="2" charset="0"/>
              <a:ea typeface="Roboto Condensed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MX" b="1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rPr>
              <a:t>	</a:t>
            </a:r>
            <a:endParaRPr lang="es-MX" dirty="0">
              <a:solidFill>
                <a:schemeClr val="bg2">
                  <a:lumMod val="25000"/>
                </a:schemeClr>
              </a:solidFill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E85CA29-1AB4-3062-187B-EBD3E04724F2}"/>
              </a:ext>
            </a:extLst>
          </p:cNvPr>
          <p:cNvSpPr txBox="1"/>
          <p:nvPr/>
        </p:nvSpPr>
        <p:spPr>
          <a:xfrm>
            <a:off x="7210697" y="6225423"/>
            <a:ext cx="4969111" cy="37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0000"/>
              </a:lnSpc>
            </a:pP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Véase </a:t>
            </a:r>
            <a:r>
              <a:rPr lang="es-MX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Resultados de ingreso</a:t>
            </a: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3634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54DC9F-2C8D-91BD-75AF-3F8F7BCBA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dirty="0">
                <a:latin typeface="Roboto Condensed" pitchFamily="2" charset="0"/>
                <a:ea typeface="Roboto Condensed" pitchFamily="2" charset="0"/>
              </a:rPr>
              <a:t>Particularmente, enlistamos tres argumentos para explicar porque las cargas asociadas no son asignadas de forma equitativa:</a:t>
            </a:r>
          </a:p>
          <a:p>
            <a:pPr marL="0" indent="0">
              <a:buNone/>
            </a:pPr>
            <a:endParaRPr lang="es-MX" dirty="0">
              <a:latin typeface="Roboto Condensed" pitchFamily="2" charset="0"/>
              <a:ea typeface="Roboto Condensed" pitchFamily="2" charset="0"/>
            </a:endParaRPr>
          </a:p>
          <a:p>
            <a:pPr lvl="1">
              <a:lnSpc>
                <a:spcPct val="110000"/>
              </a:lnSpc>
            </a:pPr>
            <a:r>
              <a:rPr lang="es-MX" dirty="0">
                <a:latin typeface="Roboto Condensed" pitchFamily="2" charset="0"/>
                <a:ea typeface="Roboto Condensed" pitchFamily="2" charset="0"/>
              </a:rPr>
              <a:t>Protección ambiental es una </a:t>
            </a:r>
            <a:r>
              <a:rPr lang="es-MX" b="1" dirty="0">
                <a:latin typeface="Roboto Condensed" pitchFamily="2" charset="0"/>
                <a:ea typeface="Roboto Condensed" pitchFamily="2" charset="0"/>
              </a:rPr>
              <a:t>meta deseable, pero secundaria</a:t>
            </a:r>
            <a:r>
              <a:rPr lang="es-MX" dirty="0">
                <a:latin typeface="Roboto Condensed" pitchFamily="2" charset="0"/>
                <a:ea typeface="Roboto Condensed" pitchFamily="2" charset="0"/>
              </a:rPr>
              <a:t>. Por lo que los recursos asignados serán menores a otras actividades más valiosas. </a:t>
            </a: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Véase Durkheim.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s-MX" dirty="0">
              <a:latin typeface="Roboto Condensed" pitchFamily="2" charset="0"/>
              <a:ea typeface="Roboto Condensed" pitchFamily="2" charset="0"/>
            </a:endParaRPr>
          </a:p>
          <a:p>
            <a:pPr lvl="1">
              <a:lnSpc>
                <a:spcPct val="110000"/>
              </a:lnSpc>
            </a:pPr>
            <a:r>
              <a:rPr lang="es-MX" dirty="0">
                <a:latin typeface="Roboto Condensed" pitchFamily="2" charset="0"/>
                <a:ea typeface="Roboto Condensed" pitchFamily="2" charset="0"/>
              </a:rPr>
              <a:t>La </a:t>
            </a:r>
            <a:r>
              <a:rPr lang="es-MX" b="1" dirty="0">
                <a:latin typeface="Roboto Condensed" pitchFamily="2" charset="0"/>
                <a:ea typeface="Roboto Condensed" pitchFamily="2" charset="0"/>
              </a:rPr>
              <a:t>complejidad de las tareas de protección no son percibidas</a:t>
            </a:r>
            <a:r>
              <a:rPr lang="es-MX" dirty="0">
                <a:latin typeface="Roboto Condensed" pitchFamily="2" charset="0"/>
                <a:ea typeface="Roboto Condensed" pitchFamily="2" charset="0"/>
              </a:rPr>
              <a:t>, ni se internalizan sus costos. En consecuencia, el establecimiento de áreas protegidas se hace a costa de las oportunidades de la población que ahí habita. </a:t>
            </a: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Véase Tilly.</a:t>
            </a:r>
          </a:p>
          <a:p>
            <a:pPr lvl="1">
              <a:lnSpc>
                <a:spcPct val="110000"/>
              </a:lnSpc>
            </a:pPr>
            <a:endParaRPr lang="es-MX" sz="1600" dirty="0">
              <a:latin typeface="Roboto Condensed" pitchFamily="2" charset="0"/>
              <a:ea typeface="Roboto Condensed" pitchFamily="2" charset="0"/>
            </a:endParaRPr>
          </a:p>
          <a:p>
            <a:pPr lvl="1">
              <a:lnSpc>
                <a:spcPct val="110000"/>
              </a:lnSpc>
            </a:pPr>
            <a:r>
              <a:rPr lang="es-MX" dirty="0">
                <a:latin typeface="Roboto Condensed" pitchFamily="2" charset="0"/>
                <a:ea typeface="Roboto Condensed" pitchFamily="2" charset="0"/>
              </a:rPr>
              <a:t>La centralización de un sistema genera vacíos de información que la población habitante podría resanar. Esto implica que el </a:t>
            </a:r>
            <a:r>
              <a:rPr lang="es-MX" b="1" dirty="0">
                <a:latin typeface="Roboto Condensed" pitchFamily="2" charset="0"/>
                <a:ea typeface="Roboto Condensed" pitchFamily="2" charset="0"/>
              </a:rPr>
              <a:t>Estado generaría políticas poco adecuadas</a:t>
            </a:r>
            <a:r>
              <a:rPr lang="es-MX" dirty="0">
                <a:latin typeface="Roboto Condensed" pitchFamily="2" charset="0"/>
                <a:ea typeface="Roboto Condensed" pitchFamily="2" charset="0"/>
              </a:rPr>
              <a:t>. </a:t>
            </a:r>
            <a:r>
              <a:rPr lang="es-MX" sz="1800" dirty="0">
                <a:latin typeface="Roboto Condensed" pitchFamily="2" charset="0"/>
                <a:ea typeface="Roboto Condensed" pitchFamily="2" charset="0"/>
              </a:rPr>
              <a:t>Véase Ostrom. </a:t>
            </a:r>
            <a:endParaRPr lang="es-MX" sz="1600" dirty="0">
              <a:latin typeface="Roboto Condensed" pitchFamily="2" charset="0"/>
              <a:ea typeface="Roboto Condensed" pitchFamily="2" charset="0"/>
            </a:endParaRPr>
          </a:p>
          <a:p>
            <a:pPr lvl="1"/>
            <a:endParaRPr lang="es-MX" dirty="0"/>
          </a:p>
          <a:p>
            <a:pPr lvl="1"/>
            <a:endParaRPr lang="es-MX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EBF0833-062A-A5B9-DBE1-E03273052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MX" dirty="0">
                <a:solidFill>
                  <a:srgbClr val="206A5D"/>
                </a:solidFill>
                <a:latin typeface="Roboto Condensed" pitchFamily="2" charset="0"/>
                <a:ea typeface="Roboto Condensed" pitchFamily="2" charset="0"/>
              </a:rPr>
              <a:t>Discusión: La desigualdad en la distribución de los costos de Áreas Protegidas</a:t>
            </a:r>
          </a:p>
        </p:txBody>
      </p:sp>
    </p:spTree>
    <p:extLst>
      <p:ext uri="{BB962C8B-B14F-4D97-AF65-F5344CB8AC3E}">
        <p14:creationId xmlns:p14="http://schemas.microsoft.com/office/powerpoint/2010/main" val="1636781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54DC9F-2C8D-91BD-75AF-3F8F7BCBA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371"/>
            <a:ext cx="10515600" cy="4783592"/>
          </a:xfrm>
        </p:spPr>
        <p:txBody>
          <a:bodyPr>
            <a:normAutofit lnSpcReduction="10000"/>
          </a:bodyPr>
          <a:lstStyle/>
          <a:p>
            <a:r>
              <a:rPr lang="es-MX" dirty="0">
                <a:latin typeface="Roboto Condensed" pitchFamily="2" charset="0"/>
                <a:ea typeface="Roboto Condensed" pitchFamily="2" charset="0"/>
              </a:rPr>
              <a:t>Algunas limitaciones atienden:</a:t>
            </a:r>
          </a:p>
          <a:p>
            <a:pPr marL="457200" lvl="1" indent="0">
              <a:buNone/>
            </a:pPr>
            <a:r>
              <a:rPr lang="es-MX" dirty="0">
                <a:latin typeface="Roboto Condensed" pitchFamily="2" charset="0"/>
                <a:ea typeface="Roboto Condensed" pitchFamily="2" charset="0"/>
              </a:rPr>
              <a:t>Posible variable oculta: las diferencias de desarrollo regional. </a:t>
            </a:r>
          </a:p>
          <a:p>
            <a:pPr marL="457200" lvl="1" indent="0">
              <a:buNone/>
            </a:pPr>
            <a:r>
              <a:rPr lang="es-MX" dirty="0">
                <a:latin typeface="Roboto Condensed" pitchFamily="2" charset="0"/>
                <a:ea typeface="Roboto Condensed" pitchFamily="2" charset="0"/>
              </a:rPr>
              <a:t>Mar y tierra. </a:t>
            </a:r>
          </a:p>
          <a:p>
            <a:pPr marL="457200" lvl="1" indent="0">
              <a:buNone/>
            </a:pPr>
            <a:endParaRPr lang="es-MX" dirty="0">
              <a:latin typeface="Roboto Condensed" pitchFamily="2" charset="0"/>
              <a:ea typeface="Roboto Condensed" pitchFamily="2" charset="0"/>
            </a:endParaRPr>
          </a:p>
          <a:p>
            <a:r>
              <a:rPr lang="es-MX" dirty="0">
                <a:latin typeface="Roboto Condensed" pitchFamily="2" charset="0"/>
                <a:ea typeface="Roboto Condensed" pitchFamily="2" charset="0"/>
              </a:rPr>
              <a:t>Qué sigue para el proyecto:</a:t>
            </a:r>
          </a:p>
          <a:p>
            <a:pPr lvl="1"/>
            <a:r>
              <a:rPr lang="es-MX" dirty="0">
                <a:latin typeface="Roboto Condensed" pitchFamily="2" charset="0"/>
                <a:ea typeface="Roboto Condensed" pitchFamily="2" charset="0"/>
              </a:rPr>
              <a:t>Repositorio de acceso abierto</a:t>
            </a:r>
          </a:p>
          <a:p>
            <a:pPr marL="914400" lvl="2" indent="0">
              <a:buNone/>
            </a:pPr>
            <a:r>
              <a:rPr lang="es-MX" dirty="0">
                <a:latin typeface="Roboto Condensed" pitchFamily="2" charset="0"/>
                <a:ea typeface="Roboto Condensed" pitchFamily="2" charset="0"/>
              </a:rPr>
              <a:t>La idea del proyecto era que la tesina fuera completamente reproducible. Aún hay detalles, pero casi está lista para subirla a la siguiente liga: </a:t>
            </a:r>
            <a:r>
              <a:rPr lang="es-MX" sz="1600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https://github.com/socapal/impactos-anps_2020</a:t>
            </a:r>
            <a:endParaRPr lang="es-MX" dirty="0">
              <a:solidFill>
                <a:srgbClr val="105A4C"/>
              </a:solidFill>
              <a:latin typeface="Roboto Condensed" pitchFamily="2" charset="0"/>
              <a:ea typeface="Roboto Condensed" pitchFamily="2" charset="0"/>
            </a:endParaRPr>
          </a:p>
          <a:p>
            <a:pPr lvl="1"/>
            <a:r>
              <a:rPr lang="es-MX" dirty="0">
                <a:latin typeface="Roboto Condensed" pitchFamily="2" charset="0"/>
                <a:ea typeface="Roboto Condensed" pitchFamily="2" charset="0"/>
              </a:rPr>
              <a:t>Mantenimiento de la base de datos</a:t>
            </a:r>
          </a:p>
          <a:p>
            <a:pPr lvl="1"/>
            <a:r>
              <a:rPr lang="es-MX" dirty="0">
                <a:latin typeface="Roboto Condensed" pitchFamily="2" charset="0"/>
                <a:ea typeface="Roboto Condensed" pitchFamily="2" charset="0"/>
              </a:rPr>
              <a:t>Producto divulgativo </a:t>
            </a:r>
          </a:p>
          <a:p>
            <a:pPr marL="914400" lvl="2" indent="0">
              <a:buNone/>
            </a:pPr>
            <a:r>
              <a:rPr lang="es-MX" dirty="0">
                <a:latin typeface="Roboto Condensed" pitchFamily="2" charset="0"/>
                <a:ea typeface="Roboto Condensed" pitchFamily="2" charset="0"/>
              </a:rPr>
              <a:t>El valor de este proyectos es comunicar las fortalezas de las áreas protegidas, así como invitar a una reflexión respecto de su diseño e implementación. Con los datos generados se puede iniciar un proyecto: Museo de la Ciudadanía en las Calles.</a:t>
            </a:r>
          </a:p>
          <a:p>
            <a:pPr marL="914400" lvl="2" indent="0">
              <a:buNone/>
            </a:pPr>
            <a:endParaRPr lang="es-MX" dirty="0">
              <a:solidFill>
                <a:srgbClr val="105A4C"/>
              </a:solidFill>
              <a:latin typeface="Roboto Condensed" pitchFamily="2" charset="0"/>
              <a:ea typeface="Roboto Condensed" pitchFamily="2" charset="0"/>
            </a:endParaRPr>
          </a:p>
          <a:p>
            <a:pPr marL="914400" lvl="2" indent="0">
              <a:buNone/>
            </a:pPr>
            <a:endParaRPr lang="es-MX" dirty="0">
              <a:solidFill>
                <a:srgbClr val="105A4C"/>
              </a:solidFill>
              <a:latin typeface="Roboto Condensed" pitchFamily="2" charset="0"/>
              <a:ea typeface="Roboto Condensed" pitchFamily="2" charset="0"/>
            </a:endParaRPr>
          </a:p>
          <a:p>
            <a:pPr marL="457200" lvl="1" indent="0">
              <a:buNone/>
            </a:pPr>
            <a:endParaRPr lang="es-MX" dirty="0"/>
          </a:p>
          <a:p>
            <a:pPr lvl="1"/>
            <a:endParaRPr lang="es-MX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EBF0833-062A-A5B9-DBE1-E03273052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MX" dirty="0">
                <a:solidFill>
                  <a:srgbClr val="206A5D"/>
                </a:solidFill>
                <a:latin typeface="Roboto Condensed" pitchFamily="2" charset="0"/>
                <a:ea typeface="Roboto Condensed" pitchFamily="2" charset="0"/>
              </a:rPr>
              <a:t>¿Qué sigue?</a:t>
            </a:r>
          </a:p>
        </p:txBody>
      </p:sp>
    </p:spTree>
    <p:extLst>
      <p:ext uri="{BB962C8B-B14F-4D97-AF65-F5344CB8AC3E}">
        <p14:creationId xmlns:p14="http://schemas.microsoft.com/office/powerpoint/2010/main" val="176373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54DC9F-2C8D-91BD-75AF-3F8F7BCBA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dirty="0">
                <a:latin typeface="Roboto Condensed" pitchFamily="2" charset="0"/>
                <a:ea typeface="Roboto Condensed" pitchFamily="2" charset="0"/>
              </a:rPr>
              <a:t>Las Áreas Naturales Protegidas son espacios valiosos de conservación, pero estamos depositando esa responsabilidad en pocas personas. Es necesario impulsar estrategias para hacer a la </a:t>
            </a:r>
            <a:r>
              <a:rPr lang="es-MX" b="1" dirty="0">
                <a:latin typeface="Roboto Condensed" pitchFamily="2" charset="0"/>
                <a:ea typeface="Roboto Condensed" pitchFamily="2" charset="0"/>
              </a:rPr>
              <a:t>conservación digna</a:t>
            </a:r>
            <a:r>
              <a:rPr lang="es-MX" dirty="0">
                <a:latin typeface="Roboto Condensed" pitchFamily="2" charset="0"/>
                <a:ea typeface="Roboto Condensed" pitchFamily="2" charset="0"/>
              </a:rPr>
              <a:t>.</a:t>
            </a:r>
          </a:p>
          <a:p>
            <a:r>
              <a:rPr lang="es-MX" dirty="0">
                <a:latin typeface="Roboto Condensed" pitchFamily="2" charset="0"/>
                <a:ea typeface="Roboto Condensed" pitchFamily="2" charset="0"/>
              </a:rPr>
              <a:t>¡Muchas gracias! Este trabajo es posible gracias a ustedes </a:t>
            </a:r>
            <a:r>
              <a:rPr lang="es-MX" dirty="0">
                <a:latin typeface="Roboto Condensed" pitchFamily="2" charset="0"/>
                <a:ea typeface="Roboto Condensed" pitchFamily="2" charset="0"/>
                <a:sym typeface="Wingdings" panose="05000000000000000000" pitchFamily="2" charset="2"/>
              </a:rPr>
              <a:t> </a:t>
            </a:r>
            <a:endParaRPr lang="es-MX" dirty="0"/>
          </a:p>
          <a:p>
            <a:pPr lvl="1"/>
            <a:endParaRPr lang="es-MX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EBF0833-062A-A5B9-DBE1-E03273052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MX" dirty="0">
                <a:solidFill>
                  <a:srgbClr val="206A5D"/>
                </a:solidFill>
                <a:latin typeface="Roboto Condensed" pitchFamily="2" charset="0"/>
                <a:ea typeface="Roboto Condensed" pitchFamily="2" charset="0"/>
              </a:rPr>
              <a:t>Dos mensajes de cierre…</a:t>
            </a:r>
          </a:p>
        </p:txBody>
      </p:sp>
    </p:spTree>
    <p:extLst>
      <p:ext uri="{BB962C8B-B14F-4D97-AF65-F5344CB8AC3E}">
        <p14:creationId xmlns:p14="http://schemas.microsoft.com/office/powerpoint/2010/main" val="1637488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2EAC92-E6DA-4BB4-9045-B997A4329BFB}"/>
              </a:ext>
            </a:extLst>
          </p:cNvPr>
          <p:cNvSpPr txBox="1"/>
          <p:nvPr/>
        </p:nvSpPr>
        <p:spPr>
          <a:xfrm>
            <a:off x="293356" y="524295"/>
            <a:ext cx="6172758" cy="492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s-MX" sz="2600" b="1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Indicadores generales por categoría</a:t>
            </a:r>
          </a:p>
        </p:txBody>
      </p:sp>
      <p:sp>
        <p:nvSpPr>
          <p:cNvPr id="3" name="Flecha: hacia la izquierda 2">
            <a:hlinkClick r:id="rId2" action="ppaction://hlinksldjump"/>
            <a:extLst>
              <a:ext uri="{FF2B5EF4-FFF2-40B4-BE49-F238E27FC236}">
                <a16:creationId xmlns:a16="http://schemas.microsoft.com/office/drawing/2014/main" id="{80E04A4F-118B-945C-58FD-F448F6F46BFA}"/>
              </a:ext>
            </a:extLst>
          </p:cNvPr>
          <p:cNvSpPr/>
          <p:nvPr/>
        </p:nvSpPr>
        <p:spPr>
          <a:xfrm>
            <a:off x="11207931" y="6220493"/>
            <a:ext cx="722812" cy="418012"/>
          </a:xfrm>
          <a:prstGeom prst="leftArrow">
            <a:avLst/>
          </a:prstGeom>
          <a:solidFill>
            <a:srgbClr val="206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6094F6F2-24FF-32D8-711D-0ECB7BC791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1110092"/>
              </p:ext>
            </p:extLst>
          </p:nvPr>
        </p:nvGraphicFramePr>
        <p:xfrm>
          <a:off x="2577906" y="1826306"/>
          <a:ext cx="7776416" cy="3366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486400" imgH="2374929" progId="Excel.Sheet.12">
                  <p:embed/>
                </p:oleObj>
              </mc:Choice>
              <mc:Fallback>
                <p:oleObj name="Worksheet" r:id="rId3" imgW="5486400" imgH="2374929" progId="Excel.Sheet.12">
                  <p:embed/>
                  <p:pic>
                    <p:nvPicPr>
                      <p:cNvPr id="7" name="Objeto 6">
                        <a:extLst>
                          <a:ext uri="{FF2B5EF4-FFF2-40B4-BE49-F238E27FC236}">
                            <a16:creationId xmlns:a16="http://schemas.microsoft.com/office/drawing/2014/main" id="{6094F6F2-24FF-32D8-711D-0ECB7BC791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77906" y="1826306"/>
                        <a:ext cx="7776416" cy="3366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4696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2EAC92-E6DA-4BB4-9045-B997A4329BFB}"/>
              </a:ext>
            </a:extLst>
          </p:cNvPr>
          <p:cNvSpPr txBox="1"/>
          <p:nvPr/>
        </p:nvSpPr>
        <p:spPr>
          <a:xfrm>
            <a:off x="247635" y="135014"/>
            <a:ext cx="8441341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MX" sz="3600" b="1" dirty="0">
                <a:solidFill>
                  <a:srgbClr val="206A5D"/>
                </a:solidFill>
                <a:latin typeface="Roboto Condensed" pitchFamily="2" charset="0"/>
                <a:ea typeface="Roboto Condensed" pitchFamily="2" charset="0"/>
              </a:rPr>
              <a:t>Diferencias entre categorías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096DEF3-0557-D8D4-6F9F-13F724F1A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93736"/>
            <a:ext cx="9448800" cy="5429250"/>
          </a:xfrm>
          <a:prstGeom prst="rect">
            <a:avLst/>
          </a:prstGeom>
        </p:spPr>
      </p:pic>
      <p:sp>
        <p:nvSpPr>
          <p:cNvPr id="4" name="Flecha: hacia la izquierda 3">
            <a:hlinkClick r:id="rId3" action="ppaction://hlinksldjump"/>
            <a:extLst>
              <a:ext uri="{FF2B5EF4-FFF2-40B4-BE49-F238E27FC236}">
                <a16:creationId xmlns:a16="http://schemas.microsoft.com/office/drawing/2014/main" id="{B3E824DB-BD45-9644-179E-5677CBB3C14B}"/>
              </a:ext>
            </a:extLst>
          </p:cNvPr>
          <p:cNvSpPr/>
          <p:nvPr/>
        </p:nvSpPr>
        <p:spPr>
          <a:xfrm>
            <a:off x="11207931" y="6220493"/>
            <a:ext cx="722812" cy="418012"/>
          </a:xfrm>
          <a:prstGeom prst="leftArrow">
            <a:avLst/>
          </a:prstGeom>
          <a:solidFill>
            <a:srgbClr val="206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622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2EAC92-E6DA-4BB4-9045-B997A4329BFB}"/>
              </a:ext>
            </a:extLst>
          </p:cNvPr>
          <p:cNvSpPr txBox="1"/>
          <p:nvPr/>
        </p:nvSpPr>
        <p:spPr>
          <a:xfrm>
            <a:off x="293354" y="458980"/>
            <a:ext cx="5426849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Indicadores</a:t>
            </a:r>
            <a:r>
              <a:rPr lang="en-US" sz="3200" b="1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 de balance</a:t>
            </a:r>
            <a:endParaRPr lang="es-MX" sz="3200" b="1" dirty="0">
              <a:solidFill>
                <a:srgbClr val="105A4C"/>
              </a:solidFill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28299A-BD45-4E44-B0DC-8AFC50C43601}"/>
              </a:ext>
            </a:extLst>
          </p:cNvPr>
          <p:cNvSpPr txBox="1"/>
          <p:nvPr/>
        </p:nvSpPr>
        <p:spPr>
          <a:xfrm>
            <a:off x="646904" y="1043755"/>
            <a:ext cx="11958753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>
              <a:spcBef>
                <a:spcPts val="60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  <a:cs typeface="Times New Roman" panose="02020603050405020304" pitchFamily="18" charset="0"/>
              </a:rPr>
              <a:t>El empareja</a:t>
            </a: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  <a:cs typeface="Times New Roman" panose="02020603050405020304" pitchFamily="18" charset="0"/>
              </a:rPr>
              <a:t>miento mejor balanceado es un emparejamiento completo, con intervalo 0.05.</a:t>
            </a:r>
          </a:p>
          <a:p>
            <a:pPr marL="285750" indent="-285750" algn="l" rtl="0">
              <a:spcBef>
                <a:spcPts val="60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  <a:cs typeface="Times New Roman" panose="02020603050405020304" pitchFamily="18" charset="0"/>
              </a:rPr>
              <a:t>Tenemos múltiples parejas por tratado</a:t>
            </a:r>
          </a:p>
          <a:p>
            <a:pPr marL="285750" indent="-285750" algn="l" rtl="0">
              <a:spcBef>
                <a:spcPts val="60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chemeClr val="bg2">
                    <a:lumMod val="25000"/>
                  </a:schemeClr>
                </a:solidFill>
                <a:effectLst/>
                <a:latin typeface="Roboto Condensed" pitchFamily="2" charset="0"/>
                <a:ea typeface="Roboto Condensed" pitchFamily="2" charset="0"/>
                <a:cs typeface="Times New Roman" panose="02020603050405020304" pitchFamily="18" charset="0"/>
              </a:rPr>
              <a:t>Emparejamiento </a:t>
            </a: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  <a:cs typeface="Times New Roman" panose="02020603050405020304" pitchFamily="18" charset="0"/>
              </a:rPr>
              <a:t>reajusta la muestra</a:t>
            </a:r>
            <a:r>
              <a:rPr lang="es-MX" sz="1800" dirty="0">
                <a:solidFill>
                  <a:schemeClr val="bg2">
                    <a:lumMod val="25000"/>
                  </a:schemeClr>
                </a:solidFill>
                <a:effectLst/>
                <a:latin typeface="Roboto Condensed" pitchFamily="2" charset="0"/>
                <a:ea typeface="Roboto Condensed" pitchFamily="2" charset="0"/>
                <a:cs typeface="Times New Roman" panose="02020603050405020304" pitchFamily="18" charset="0"/>
              </a:rPr>
              <a:t>:</a:t>
            </a:r>
          </a:p>
          <a:p>
            <a:pPr lvl="1">
              <a:spcBef>
                <a:spcPts val="600"/>
              </a:spcBef>
              <a:spcAft>
                <a:spcPts val="150"/>
              </a:spcAft>
            </a:pPr>
            <a:r>
              <a:rPr lang="es-MX" b="1" i="0" dirty="0">
                <a:solidFill>
                  <a:schemeClr val="bg2">
                    <a:lumMod val="25000"/>
                  </a:schemeClr>
                </a:solidFill>
                <a:highlight>
                  <a:srgbClr val="FFF8C1"/>
                </a:highlight>
                <a:latin typeface="Roboto Condensed" pitchFamily="2" charset="0"/>
                <a:ea typeface="Roboto Condensed" pitchFamily="2" charset="0"/>
                <a:cs typeface="Times New Roman" panose="02020603050405020304" pitchFamily="18" charset="0"/>
              </a:rPr>
              <a:t> 932 de 939 </a:t>
            </a:r>
            <a:r>
              <a:rPr lang="es-MX" b="1" dirty="0">
                <a:solidFill>
                  <a:schemeClr val="bg2">
                    <a:lumMod val="25000"/>
                  </a:schemeClr>
                </a:solidFill>
                <a:highlight>
                  <a:srgbClr val="FFF8C1"/>
                </a:highlight>
                <a:latin typeface="Roboto Condensed" pitchFamily="2" charset="0"/>
                <a:ea typeface="Roboto Condensed" pitchFamily="2" charset="0"/>
                <a:cs typeface="Times New Roman" panose="02020603050405020304" pitchFamily="18" charset="0"/>
              </a:rPr>
              <a:t>en tratamiento</a:t>
            </a:r>
          </a:p>
          <a:p>
            <a:pPr lvl="1">
              <a:spcBef>
                <a:spcPts val="600"/>
              </a:spcBef>
              <a:spcAft>
                <a:spcPts val="150"/>
              </a:spcAft>
            </a:pPr>
            <a:r>
              <a:rPr lang="es-MX" b="1" i="0" dirty="0">
                <a:solidFill>
                  <a:schemeClr val="bg2">
                    <a:lumMod val="25000"/>
                  </a:schemeClr>
                </a:solidFill>
                <a:effectLst/>
                <a:highlight>
                  <a:srgbClr val="FFF8C1"/>
                </a:highlight>
                <a:latin typeface="Roboto Condensed" pitchFamily="2" charset="0"/>
                <a:ea typeface="Roboto Condensed" pitchFamily="2" charset="0"/>
                <a:cs typeface="Times New Roman" panose="02020603050405020304" pitchFamily="18" charset="0"/>
              </a:rPr>
              <a:t>1386 de 1471 fuera del tratamiento.</a:t>
            </a:r>
          </a:p>
          <a:p>
            <a:pPr marL="285750" indent="-285750">
              <a:spcBef>
                <a:spcPts val="60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  <a:cs typeface="Times New Roman" panose="02020603050405020304" pitchFamily="18" charset="0"/>
              </a:rPr>
              <a:t>Es una combinación buena entre resultados que puedan ser representativos y ajustados en características</a:t>
            </a:r>
            <a:endParaRPr lang="es-MX" i="0" dirty="0">
              <a:solidFill>
                <a:schemeClr val="bg2">
                  <a:lumMod val="25000"/>
                </a:schemeClr>
              </a:solidFill>
              <a:effectLst/>
              <a:latin typeface="Roboto Condensed" pitchFamily="2" charset="0"/>
              <a:ea typeface="Roboto Condensed" pitchFamily="2" charset="0"/>
              <a:cs typeface="Times New Roman" panose="02020603050405020304" pitchFamily="18" charset="0"/>
            </a:endParaRPr>
          </a:p>
          <a:p>
            <a:pPr algn="l" rtl="0"/>
            <a:endParaRPr lang="es-MX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Times New Roman" panose="02020603050405020304" pitchFamily="18" charset="0"/>
              <a:ea typeface="Roboto Condensed" pitchFamily="2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F43E6B79-A539-14E6-9757-F981525FB9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7712063"/>
              </p:ext>
            </p:extLst>
          </p:nvPr>
        </p:nvGraphicFramePr>
        <p:xfrm>
          <a:off x="1052285" y="3304948"/>
          <a:ext cx="9365343" cy="3292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210939" imgH="4292791" progId="Excel.Sheet.12">
                  <p:embed/>
                </p:oleObj>
              </mc:Choice>
              <mc:Fallback>
                <p:oleObj name="Worksheet" r:id="rId2" imgW="12210939" imgH="4292791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F43E6B79-A539-14E6-9757-F981525FB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52285" y="3304948"/>
                        <a:ext cx="9365343" cy="32925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lecha: hacia la izquierda 6">
            <a:hlinkClick r:id="rId4" action="ppaction://hlinksldjump"/>
            <a:extLst>
              <a:ext uri="{FF2B5EF4-FFF2-40B4-BE49-F238E27FC236}">
                <a16:creationId xmlns:a16="http://schemas.microsoft.com/office/drawing/2014/main" id="{5AFD8BC2-540A-472B-913F-079DB748C755}"/>
              </a:ext>
            </a:extLst>
          </p:cNvPr>
          <p:cNvSpPr/>
          <p:nvPr/>
        </p:nvSpPr>
        <p:spPr>
          <a:xfrm>
            <a:off x="11207931" y="6220493"/>
            <a:ext cx="722812" cy="418012"/>
          </a:xfrm>
          <a:prstGeom prst="leftArrow">
            <a:avLst/>
          </a:prstGeom>
          <a:solidFill>
            <a:srgbClr val="206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00555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A086801-2C04-4E8D-9D47-FC2DD87E410E}"/>
              </a:ext>
            </a:extLst>
          </p:cNvPr>
          <p:cNvGrpSpPr/>
          <p:nvPr/>
        </p:nvGrpSpPr>
        <p:grpSpPr>
          <a:xfrm>
            <a:off x="629394" y="399175"/>
            <a:ext cx="11404763" cy="4451795"/>
            <a:chOff x="1092530" y="440739"/>
            <a:chExt cx="6334136" cy="274890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269288-4549-4A52-BDBC-1A2518D8F671}"/>
                </a:ext>
              </a:extLst>
            </p:cNvPr>
            <p:cNvSpPr txBox="1"/>
            <p:nvPr/>
          </p:nvSpPr>
          <p:spPr>
            <a:xfrm>
              <a:off x="1092530" y="1260671"/>
              <a:ext cx="5898834" cy="19289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l" rtl="0">
                <a:spcBef>
                  <a:spcPts val="600"/>
                </a:spcBef>
                <a:spcAft>
                  <a:spcPts val="150"/>
                </a:spcAft>
                <a:buFont typeface="Arial" panose="020B0604020202020204" pitchFamily="34" charset="0"/>
                <a:buChar char="•"/>
              </a:pPr>
              <a:r>
                <a:rPr lang="es-MX" b="1" i="0" dirty="0" err="1">
                  <a:solidFill>
                    <a:schemeClr val="bg2">
                      <a:lumMod val="25000"/>
                    </a:schemeClr>
                  </a:solidFill>
                  <a:effectLst/>
                  <a:latin typeface="Roboto Condensed" pitchFamily="2" charset="0"/>
                  <a:ea typeface="Roboto Condensed" pitchFamily="2" charset="0"/>
                  <a:cs typeface="Helvetica" panose="020B0604020202020204" pitchFamily="34" charset="0"/>
                </a:rPr>
                <a:t>Naidoo</a:t>
              </a:r>
              <a:r>
                <a:rPr lang="es-MX" b="1" i="0" dirty="0">
                  <a:solidFill>
                    <a:schemeClr val="bg2">
                      <a:lumMod val="25000"/>
                    </a:schemeClr>
                  </a:solidFill>
                  <a:effectLst/>
                  <a:latin typeface="Roboto Condensed" pitchFamily="2" charset="0"/>
                  <a:ea typeface="Roboto Condensed" pitchFamily="2" charset="0"/>
                  <a:cs typeface="Helvetica" panose="020B0604020202020204" pitchFamily="34" charset="0"/>
                </a:rPr>
                <a:t> et al.  </a:t>
              </a:r>
              <a:r>
                <a:rPr lang="es-MX" b="0" i="0" dirty="0">
                  <a:solidFill>
                    <a:schemeClr val="bg2">
                      <a:lumMod val="25000"/>
                    </a:schemeClr>
                  </a:solidFill>
                  <a:effectLst/>
                  <a:latin typeface="Roboto Condensed" pitchFamily="2" charset="0"/>
                  <a:ea typeface="Roboto Condensed" pitchFamily="2" charset="0"/>
                  <a:cs typeface="Helvetica" panose="020B0604020202020204" pitchFamily="34" charset="0"/>
                </a:rPr>
                <a:t>Utilizan una metodología cuasiexperimental para medir el impacto de las ANPs en la salud y la riqueza:</a:t>
              </a:r>
            </a:p>
            <a:p>
              <a:pPr marL="742950" lvl="1" indent="-285750">
                <a:spcBef>
                  <a:spcPts val="600"/>
                </a:spcBef>
                <a:spcAft>
                  <a:spcPts val="150"/>
                </a:spcAft>
                <a:buFont typeface="Arial" panose="020B0604020202020204" pitchFamily="34" charset="0"/>
                <a:buChar char="•"/>
              </a:pPr>
              <a:r>
                <a:rPr lang="es-MX" dirty="0">
                  <a:solidFill>
                    <a:schemeClr val="bg2">
                      <a:lumMod val="25000"/>
                    </a:schemeClr>
                  </a:solidFill>
                  <a:latin typeface="Roboto Condensed" pitchFamily="2" charset="0"/>
                  <a:ea typeface="Roboto Condensed" pitchFamily="2" charset="0"/>
                  <a:cs typeface="Helvetica" panose="020B0604020202020204" pitchFamily="34" charset="0"/>
                </a:rPr>
                <a:t>Definen umbral de cercanía (10km).</a:t>
              </a:r>
            </a:p>
            <a:p>
              <a:pPr marL="742950" lvl="1" indent="-285750">
                <a:spcBef>
                  <a:spcPts val="600"/>
                </a:spcBef>
                <a:spcAft>
                  <a:spcPts val="150"/>
                </a:spcAft>
                <a:buFont typeface="Arial" panose="020B0604020202020204" pitchFamily="34" charset="0"/>
                <a:buChar char="•"/>
              </a:pPr>
              <a:r>
                <a:rPr lang="es-MX" dirty="0">
                  <a:solidFill>
                    <a:schemeClr val="bg2">
                      <a:lumMod val="25000"/>
                    </a:schemeClr>
                  </a:solidFill>
                  <a:latin typeface="Roboto Condensed" pitchFamily="2" charset="0"/>
                  <a:ea typeface="Roboto Condensed" pitchFamily="2" charset="0"/>
                  <a:cs typeface="Helvetica" panose="020B0604020202020204" pitchFamily="34" charset="0"/>
                </a:rPr>
                <a:t>Generan covariables que están relacionadas con la cercanía a las áreas.</a:t>
              </a:r>
            </a:p>
            <a:p>
              <a:pPr marL="742950" lvl="1" indent="-285750">
                <a:spcBef>
                  <a:spcPts val="600"/>
                </a:spcBef>
                <a:spcAft>
                  <a:spcPts val="150"/>
                </a:spcAft>
                <a:buFont typeface="Arial" panose="020B0604020202020204" pitchFamily="34" charset="0"/>
                <a:buChar char="•"/>
              </a:pPr>
              <a:r>
                <a:rPr lang="es-MX" dirty="0">
                  <a:solidFill>
                    <a:schemeClr val="bg2">
                      <a:lumMod val="25000"/>
                    </a:schemeClr>
                  </a:solidFill>
                  <a:latin typeface="Roboto Condensed" pitchFamily="2" charset="0"/>
                  <a:ea typeface="Roboto Condensed" pitchFamily="2" charset="0"/>
                  <a:cs typeface="Helvetica" panose="020B0604020202020204" pitchFamily="34" charset="0"/>
                </a:rPr>
                <a:t>Método de </a:t>
              </a:r>
              <a:r>
                <a:rPr lang="es-MX" dirty="0" err="1">
                  <a:solidFill>
                    <a:schemeClr val="bg2">
                      <a:lumMod val="25000"/>
                    </a:schemeClr>
                  </a:solidFill>
                  <a:latin typeface="Roboto Condensed" pitchFamily="2" charset="0"/>
                  <a:ea typeface="Roboto Condensed" pitchFamily="2" charset="0"/>
                  <a:cs typeface="Helvetica" panose="020B0604020202020204" pitchFamily="34" charset="0"/>
                </a:rPr>
                <a:t>matching</a:t>
              </a:r>
              <a:endParaRPr lang="es-MX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  <a:cs typeface="Helvetica" panose="020B0604020202020204" pitchFamily="34" charset="0"/>
              </a:endParaRPr>
            </a:p>
            <a:p>
              <a:pPr marL="285750" indent="-285750">
                <a:spcBef>
                  <a:spcPts val="600"/>
                </a:spcBef>
                <a:spcAft>
                  <a:spcPts val="150"/>
                </a:spcAft>
                <a:buFont typeface="Arial" panose="020B0604020202020204" pitchFamily="34" charset="0"/>
                <a:buChar char="•"/>
              </a:pPr>
              <a:r>
                <a:rPr lang="es-MX" b="1" i="0" dirty="0" err="1">
                  <a:solidFill>
                    <a:schemeClr val="bg2">
                      <a:lumMod val="25000"/>
                    </a:schemeClr>
                  </a:solidFill>
                  <a:effectLst/>
                  <a:latin typeface="Roboto Condensed" pitchFamily="2" charset="0"/>
                  <a:ea typeface="Roboto Condensed" pitchFamily="2" charset="0"/>
                  <a:cs typeface="Helvetica" panose="020B0604020202020204" pitchFamily="34" charset="0"/>
                </a:rPr>
                <a:t>Blackman</a:t>
              </a:r>
              <a:r>
                <a:rPr lang="es-MX" b="1" i="0" dirty="0">
                  <a:solidFill>
                    <a:schemeClr val="bg2">
                      <a:lumMod val="25000"/>
                    </a:schemeClr>
                  </a:solidFill>
                  <a:effectLst/>
                  <a:latin typeface="Roboto Condensed" pitchFamily="2" charset="0"/>
                  <a:ea typeface="Roboto Condensed" pitchFamily="2" charset="0"/>
                  <a:cs typeface="Helvetica" panose="020B0604020202020204" pitchFamily="34" charset="0"/>
                </a:rPr>
                <a:t> et al.  </a:t>
              </a:r>
              <a:r>
                <a:rPr lang="es-MX" i="0" dirty="0">
                  <a:solidFill>
                    <a:schemeClr val="bg2">
                      <a:lumMod val="25000"/>
                    </a:schemeClr>
                  </a:solidFill>
                  <a:effectLst/>
                  <a:latin typeface="Roboto Condensed" pitchFamily="2" charset="0"/>
                  <a:ea typeface="Roboto Condensed" pitchFamily="2" charset="0"/>
                  <a:cs typeface="Helvetica" panose="020B0604020202020204" pitchFamily="34" charset="0"/>
                </a:rPr>
                <a:t>Incorporan el análisis de propensión para encontrar características efectivas de áreas en la protección forestal</a:t>
              </a:r>
            </a:p>
            <a:p>
              <a:pPr marL="285750" indent="-285750">
                <a:spcBef>
                  <a:spcPts val="600"/>
                </a:spcBef>
                <a:spcAft>
                  <a:spcPts val="150"/>
                </a:spcAft>
                <a:buFont typeface="Arial" panose="020B0604020202020204" pitchFamily="34" charset="0"/>
                <a:buChar char="•"/>
              </a:pPr>
              <a:r>
                <a:rPr lang="es-MX" b="1" dirty="0">
                  <a:solidFill>
                    <a:schemeClr val="bg2">
                      <a:lumMod val="25000"/>
                    </a:schemeClr>
                  </a:solidFill>
                  <a:latin typeface="Roboto Condensed" pitchFamily="2" charset="0"/>
                  <a:ea typeface="Roboto Condensed" pitchFamily="2" charset="0"/>
                  <a:cs typeface="Helvetica" panose="020B0604020202020204" pitchFamily="34" charset="0"/>
                </a:rPr>
                <a:t>Graham et al.     </a:t>
              </a:r>
              <a:r>
                <a:rPr lang="es-MX" dirty="0">
                  <a:solidFill>
                    <a:schemeClr val="bg2">
                      <a:lumMod val="25000"/>
                    </a:schemeClr>
                  </a:solidFill>
                  <a:latin typeface="Roboto Condensed" pitchFamily="2" charset="0"/>
                  <a:ea typeface="Roboto Condensed" pitchFamily="2" charset="0"/>
                  <a:cs typeface="Helvetica" panose="020B0604020202020204" pitchFamily="34" charset="0"/>
                </a:rPr>
                <a:t>Encuentran características efectivas para la protección de ecosistemas en áreas marítimas.</a:t>
              </a:r>
              <a:endParaRPr lang="es-MX" i="0" dirty="0">
                <a:solidFill>
                  <a:schemeClr val="bg2">
                    <a:lumMod val="25000"/>
                  </a:schemeClr>
                </a:solidFill>
                <a:effectLst/>
                <a:latin typeface="Roboto Condensed" pitchFamily="2" charset="0"/>
                <a:ea typeface="Roboto Condensed" pitchFamily="2" charset="0"/>
                <a:cs typeface="Helvetica" panose="020B0604020202020204" pitchFamily="34" charset="0"/>
              </a:endParaRPr>
            </a:p>
            <a:p>
              <a:pPr algn="l" rtl="0"/>
              <a:endParaRPr lang="es-MX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Roboto Condense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3F44045-F3B4-457E-82FC-D65E647876FE}"/>
                </a:ext>
              </a:extLst>
            </p:cNvPr>
            <p:cNvSpPr txBox="1"/>
            <p:nvPr/>
          </p:nvSpPr>
          <p:spPr>
            <a:xfrm>
              <a:off x="1092530" y="440739"/>
              <a:ext cx="6334136" cy="6651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 err="1">
                  <a:solidFill>
                    <a:srgbClr val="105A4C"/>
                  </a:solidFill>
                  <a:latin typeface="Roboto Condensed" pitchFamily="2" charset="0"/>
                  <a:ea typeface="Roboto Condensed" pitchFamily="2" charset="0"/>
                </a:rPr>
                <a:t>Referencias</a:t>
              </a:r>
              <a:r>
                <a:rPr lang="en-US" sz="3200" b="1" dirty="0">
                  <a:solidFill>
                    <a:srgbClr val="105A4C"/>
                  </a:solidFill>
                  <a:latin typeface="Roboto Condensed" pitchFamily="2" charset="0"/>
                  <a:ea typeface="Roboto Condensed" pitchFamily="2" charset="0"/>
                </a:rPr>
                <a:t> </a:t>
              </a:r>
              <a:r>
                <a:rPr lang="en-US" sz="3200" b="1" dirty="0" err="1">
                  <a:solidFill>
                    <a:srgbClr val="105A4C"/>
                  </a:solidFill>
                  <a:latin typeface="Roboto Condensed" pitchFamily="2" charset="0"/>
                  <a:ea typeface="Roboto Condensed" pitchFamily="2" charset="0"/>
                </a:rPr>
                <a:t>principales</a:t>
              </a:r>
              <a:r>
                <a:rPr lang="en-US" sz="3200" b="1" dirty="0">
                  <a:solidFill>
                    <a:srgbClr val="105A4C"/>
                  </a:solidFill>
                  <a:latin typeface="Roboto Condensed" pitchFamily="2" charset="0"/>
                  <a:ea typeface="Roboto Condensed" pitchFamily="2" charset="0"/>
                </a:rPr>
                <a:t>: Naidoo et al (2019), Blackman (2015) y Graham (2014)</a:t>
              </a:r>
              <a:endParaRPr lang="es-MX" sz="3200" b="1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endParaRPr>
            </a:p>
          </p:txBody>
        </p:sp>
      </p:grpSp>
      <p:sp>
        <p:nvSpPr>
          <p:cNvPr id="7" name="Flecha: hacia la izquierda 6">
            <a:hlinkClick r:id="rId2" action="ppaction://hlinksldjump"/>
            <a:extLst>
              <a:ext uri="{FF2B5EF4-FFF2-40B4-BE49-F238E27FC236}">
                <a16:creationId xmlns:a16="http://schemas.microsoft.com/office/drawing/2014/main" id="{472CDFDC-A157-9A01-622C-74D6ABE5B7FC}"/>
              </a:ext>
            </a:extLst>
          </p:cNvPr>
          <p:cNvSpPr/>
          <p:nvPr/>
        </p:nvSpPr>
        <p:spPr>
          <a:xfrm>
            <a:off x="11207931" y="6220493"/>
            <a:ext cx="722812" cy="418012"/>
          </a:xfrm>
          <a:prstGeom prst="leftArrow">
            <a:avLst/>
          </a:prstGeom>
          <a:solidFill>
            <a:srgbClr val="206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055131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6EB1E11-88EE-4601-85C8-EB0FE0E8E5BC}"/>
              </a:ext>
            </a:extLst>
          </p:cNvPr>
          <p:cNvSpPr txBox="1"/>
          <p:nvPr/>
        </p:nvSpPr>
        <p:spPr>
          <a:xfrm>
            <a:off x="422567" y="328488"/>
            <a:ext cx="72627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Variables, medias para ambos grupos </a:t>
            </a:r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AC04F314-5AEA-535A-EA28-F7CEE47994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4690691"/>
              </p:ext>
            </p:extLst>
          </p:nvPr>
        </p:nvGraphicFramePr>
        <p:xfrm>
          <a:off x="1844675" y="1028700"/>
          <a:ext cx="8502650" cy="571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8502835" imgH="5715132" progId="Excel.Sheet.12">
                  <p:embed/>
                </p:oleObj>
              </mc:Choice>
              <mc:Fallback>
                <p:oleObj name="Worksheet" r:id="rId2" imgW="8502835" imgH="5715132" progId="Excel.Sheet.12">
                  <p:embed/>
                  <p:pic>
                    <p:nvPicPr>
                      <p:cNvPr id="3" name="Objeto 2">
                        <a:extLst>
                          <a:ext uri="{FF2B5EF4-FFF2-40B4-BE49-F238E27FC236}">
                            <a16:creationId xmlns:a16="http://schemas.microsoft.com/office/drawing/2014/main" id="{AC04F314-5AEA-535A-EA28-F7CEE47994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44675" y="1028700"/>
                        <a:ext cx="8502650" cy="571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lecha: hacia la izquierda 3">
            <a:hlinkClick r:id="rId4" action="ppaction://hlinksldjump"/>
            <a:extLst>
              <a:ext uri="{FF2B5EF4-FFF2-40B4-BE49-F238E27FC236}">
                <a16:creationId xmlns:a16="http://schemas.microsoft.com/office/drawing/2014/main" id="{F45686F3-7948-2656-03BE-4C7C5CEA6B94}"/>
              </a:ext>
            </a:extLst>
          </p:cNvPr>
          <p:cNvSpPr/>
          <p:nvPr/>
        </p:nvSpPr>
        <p:spPr>
          <a:xfrm>
            <a:off x="11207931" y="6220493"/>
            <a:ext cx="722812" cy="418012"/>
          </a:xfrm>
          <a:prstGeom prst="leftArrow">
            <a:avLst/>
          </a:prstGeom>
          <a:solidFill>
            <a:srgbClr val="206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0887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5CC688-65DC-47B6-B9CE-504F65715495}"/>
              </a:ext>
            </a:extLst>
          </p:cNvPr>
          <p:cNvSpPr txBox="1"/>
          <p:nvPr/>
        </p:nvSpPr>
        <p:spPr>
          <a:xfrm>
            <a:off x="297869" y="336653"/>
            <a:ext cx="558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Resultados</a:t>
            </a:r>
            <a:r>
              <a:rPr lang="en-US" sz="3200" b="1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: </a:t>
            </a:r>
            <a:r>
              <a:rPr lang="en-US" sz="3200" b="1" dirty="0" err="1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marginación</a:t>
            </a:r>
            <a:endParaRPr lang="es-MX" sz="3200" b="1" dirty="0">
              <a:solidFill>
                <a:srgbClr val="105A4C"/>
              </a:solidFill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2589F44-AA00-7CA6-24FB-848610CF53E5}"/>
              </a:ext>
            </a:extLst>
          </p:cNvPr>
          <p:cNvSpPr txBox="1"/>
          <p:nvPr/>
        </p:nvSpPr>
        <p:spPr>
          <a:xfrm>
            <a:off x="559818" y="2070848"/>
            <a:ext cx="4893923" cy="3826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>
              <a:spcBef>
                <a:spcPts val="60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s-MX" i="0" dirty="0"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Roboto Condensed" pitchFamily="2" charset="0"/>
                <a:cs typeface="Times New Roman" panose="02020603050405020304" pitchFamily="18" charset="0"/>
              </a:rPr>
              <a:t>Al incluir cont</a:t>
            </a: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Roboto Condensed" pitchFamily="2" charset="0"/>
                <a:cs typeface="Times New Roman" panose="02020603050405020304" pitchFamily="18" charset="0"/>
              </a:rPr>
              <a:t>roles de diversidad en ANPs obtenemos que estar cerca de una reduce el índice de marginación en 1.44 puntos. </a:t>
            </a:r>
          </a:p>
          <a:p>
            <a:pPr marL="285750" indent="-285750" algn="l" rtl="0">
              <a:spcBef>
                <a:spcPts val="60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s-MX" i="0" dirty="0"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Roboto Condensed" pitchFamily="2" charset="0"/>
                <a:cs typeface="Times New Roman" panose="02020603050405020304" pitchFamily="18" charset="0"/>
              </a:rPr>
              <a:t>Es</a:t>
            </a: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Roboto Condensed" pitchFamily="2" charset="0"/>
                <a:cs typeface="Times New Roman" panose="02020603050405020304" pitchFamily="18" charset="0"/>
              </a:rPr>
              <a:t>tar cerca de un Santuario o una Reserva de la Biosfera genera un impacto contrario: aumenta la marginación. </a:t>
            </a:r>
          </a:p>
          <a:p>
            <a:pPr marL="285750" indent="-285750" algn="l" rtl="0">
              <a:spcBef>
                <a:spcPts val="60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Roboto Condensed" pitchFamily="2" charset="0"/>
                <a:cs typeface="Times New Roman" panose="02020603050405020304" pitchFamily="18" charset="0"/>
              </a:rPr>
              <a:t>Un aumento de mil pesos en presupuesto genera -0.2 puntos de marginación. SINAP tiene efectos negativos.</a:t>
            </a:r>
          </a:p>
          <a:p>
            <a:pPr marL="285750" indent="-285750" algn="l" rtl="0">
              <a:spcBef>
                <a:spcPts val="60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Roboto Condensed" pitchFamily="2" charset="0"/>
                <a:cs typeface="Times New Roman" panose="02020603050405020304" pitchFamily="18" charset="0"/>
              </a:rPr>
              <a:t>Efecto negativo puede ser por restricciones de aprovechamiento</a:t>
            </a:r>
            <a:endParaRPr lang="es-MX" i="0" dirty="0">
              <a:solidFill>
                <a:schemeClr val="bg2">
                  <a:lumMod val="25000"/>
                </a:schemeClr>
              </a:solidFill>
              <a:effectLst/>
              <a:latin typeface="Times New Roman" panose="02020603050405020304" pitchFamily="18" charset="0"/>
              <a:ea typeface="Roboto Condensed" pitchFamily="2" charset="0"/>
              <a:cs typeface="Times New Roman" panose="02020603050405020304" pitchFamily="18" charset="0"/>
            </a:endParaRPr>
          </a:p>
          <a:p>
            <a:pPr marL="285750" indent="-285750" algn="l" rtl="0">
              <a:spcBef>
                <a:spcPts val="60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endParaRPr lang="es-MX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Times New Roman" panose="02020603050405020304" pitchFamily="18" charset="0"/>
              <a:ea typeface="Roboto Condensed" pitchFamily="2" charset="0"/>
              <a:cs typeface="Times New Roman" panose="020206030504050203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4E5C23C-3241-BAEA-2AF6-C291021C2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49250"/>
            <a:ext cx="5588000" cy="615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7166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5CC688-65DC-47B6-B9CE-504F65715495}"/>
              </a:ext>
            </a:extLst>
          </p:cNvPr>
          <p:cNvSpPr txBox="1"/>
          <p:nvPr/>
        </p:nvSpPr>
        <p:spPr>
          <a:xfrm>
            <a:off x="297869" y="467282"/>
            <a:ext cx="6984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Resultados</a:t>
            </a:r>
            <a:r>
              <a:rPr lang="en-US" sz="3200" b="1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: </a:t>
            </a:r>
            <a:r>
              <a:rPr lang="en-US" sz="3200" b="1" dirty="0" err="1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marginación</a:t>
            </a:r>
            <a:r>
              <a:rPr lang="en-US" sz="3200" b="1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 </a:t>
            </a:r>
            <a:r>
              <a:rPr lang="en-US" sz="3200" b="1" dirty="0" err="1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por</a:t>
            </a:r>
            <a:r>
              <a:rPr lang="en-US" sz="3200" b="1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 </a:t>
            </a:r>
            <a:r>
              <a:rPr lang="en-US" sz="3200" b="1" dirty="0" err="1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componente</a:t>
            </a:r>
            <a:endParaRPr lang="es-MX" sz="3200" b="1" dirty="0">
              <a:solidFill>
                <a:srgbClr val="105A4C"/>
              </a:solidFill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2589F44-AA00-7CA6-24FB-848610CF53E5}"/>
              </a:ext>
            </a:extLst>
          </p:cNvPr>
          <p:cNvSpPr txBox="1"/>
          <p:nvPr/>
        </p:nvSpPr>
        <p:spPr>
          <a:xfrm>
            <a:off x="559818" y="2005533"/>
            <a:ext cx="4893923" cy="2790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>
              <a:spcBef>
                <a:spcPts val="60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s-MX" i="0" dirty="0"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Roboto Condensed" pitchFamily="2" charset="0"/>
                <a:cs typeface="Times New Roman" panose="02020603050405020304" pitchFamily="18" charset="0"/>
              </a:rPr>
              <a:t>Al realizar la regresión para cada indicador podemos observar lo siguiente:</a:t>
            </a:r>
          </a:p>
          <a:p>
            <a:pPr marL="285750" indent="-285750" algn="l" rtl="0">
              <a:spcBef>
                <a:spcPts val="60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s-MX" b="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Roboto Condensed" pitchFamily="2" charset="0"/>
                <a:cs typeface="Times New Roman" panose="02020603050405020304" pitchFamily="18" charset="0"/>
              </a:rPr>
              <a:t>Las áreas naturales protegidas</a:t>
            </a: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Roboto Condensed" pitchFamily="2" charset="0"/>
                <a:cs typeface="Times New Roman" panose="02020603050405020304" pitchFamily="18" charset="0"/>
              </a:rPr>
              <a:t> disminuyen factores educativos (alfabetismo y escolaridad), disminuyen el tamaño de la población y las viviendas con piso de concreto.</a:t>
            </a:r>
          </a:p>
          <a:p>
            <a:pPr marL="285750" indent="-285750" algn="l" rtl="0">
              <a:spcBef>
                <a:spcPts val="60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Roboto Condensed" pitchFamily="2" charset="0"/>
                <a:cs typeface="Times New Roman" panose="02020603050405020304" pitchFamily="18" charset="0"/>
              </a:rPr>
              <a:t>En donde queda espacio para la disputa: disminuye la población con ingresos de dos salarios mínimos.</a:t>
            </a:r>
            <a:endParaRPr lang="es-MX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Times New Roman" panose="02020603050405020304" pitchFamily="18" charset="0"/>
              <a:ea typeface="Roboto Condensed" pitchFamily="2" charset="0"/>
              <a:cs typeface="Times New Roman" panose="02020603050405020304" pitchFamily="18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CEDA682-1A94-2B44-4148-2B819FFE9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180" y="1249526"/>
            <a:ext cx="3429000" cy="4787900"/>
          </a:xfrm>
          <a:prstGeom prst="rect">
            <a:avLst/>
          </a:prstGeom>
        </p:spPr>
      </p:pic>
      <p:sp>
        <p:nvSpPr>
          <p:cNvPr id="2" name="Flecha: hacia la izquierda 1">
            <a:hlinkClick r:id="rId3" action="ppaction://hlinksldjump"/>
            <a:extLst>
              <a:ext uri="{FF2B5EF4-FFF2-40B4-BE49-F238E27FC236}">
                <a16:creationId xmlns:a16="http://schemas.microsoft.com/office/drawing/2014/main" id="{D3C3179B-A130-E609-631B-A7BFD1211ABC}"/>
              </a:ext>
            </a:extLst>
          </p:cNvPr>
          <p:cNvSpPr/>
          <p:nvPr/>
        </p:nvSpPr>
        <p:spPr>
          <a:xfrm>
            <a:off x="11207931" y="6220493"/>
            <a:ext cx="722812" cy="418012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206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11275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5CC688-65DC-47B6-B9CE-504F65715495}"/>
              </a:ext>
            </a:extLst>
          </p:cNvPr>
          <p:cNvSpPr txBox="1"/>
          <p:nvPr/>
        </p:nvSpPr>
        <p:spPr>
          <a:xfrm>
            <a:off x="297869" y="467282"/>
            <a:ext cx="558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Resultados</a:t>
            </a:r>
            <a:r>
              <a:rPr lang="en-US" sz="3200" b="1" dirty="0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: </a:t>
            </a:r>
            <a:r>
              <a:rPr lang="en-US" sz="3200" b="1" dirty="0" err="1">
                <a:solidFill>
                  <a:srgbClr val="105A4C"/>
                </a:solidFill>
                <a:latin typeface="Roboto Condensed" pitchFamily="2" charset="0"/>
                <a:ea typeface="Roboto Condensed" pitchFamily="2" charset="0"/>
              </a:rPr>
              <a:t>ingresos</a:t>
            </a:r>
            <a:endParaRPr lang="es-MX" sz="3200" b="1" dirty="0">
              <a:solidFill>
                <a:srgbClr val="105A4C"/>
              </a:solidFill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2589F44-AA00-7CA6-24FB-848610CF53E5}"/>
              </a:ext>
            </a:extLst>
          </p:cNvPr>
          <p:cNvSpPr txBox="1"/>
          <p:nvPr/>
        </p:nvSpPr>
        <p:spPr>
          <a:xfrm>
            <a:off x="559818" y="2005533"/>
            <a:ext cx="4893923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>
              <a:spcBef>
                <a:spcPts val="60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s-MX" i="0" dirty="0"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Roboto Condensed" pitchFamily="2" charset="0"/>
                <a:cs typeface="Times New Roman" panose="02020603050405020304" pitchFamily="18" charset="0"/>
              </a:rPr>
              <a:t>Al incluir cont</a:t>
            </a: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Roboto Condensed" pitchFamily="2" charset="0"/>
                <a:cs typeface="Times New Roman" panose="02020603050405020304" pitchFamily="18" charset="0"/>
              </a:rPr>
              <a:t>roles de diversidad en ANPs obtenemos que estar cerca de una aumenta el ingreso promedio por persona en $1,928.36</a:t>
            </a:r>
          </a:p>
          <a:p>
            <a:pPr marL="285750" indent="-285750" algn="l" rtl="0">
              <a:spcBef>
                <a:spcPts val="60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s-MX" i="0" dirty="0"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Roboto Condensed" pitchFamily="2" charset="0"/>
                <a:cs typeface="Times New Roman" panose="02020603050405020304" pitchFamily="18" charset="0"/>
              </a:rPr>
              <a:t>Es</a:t>
            </a: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Roboto Condensed" pitchFamily="2" charset="0"/>
                <a:cs typeface="Times New Roman" panose="02020603050405020304" pitchFamily="18" charset="0"/>
              </a:rPr>
              <a:t>tar cerca de un Parque Natural aumenta el ingreso, mientras que estar en una Reserva de la Biosfera lo disminuye.</a:t>
            </a:r>
          </a:p>
          <a:p>
            <a:pPr marL="285750" indent="-285750" algn="l" rtl="0">
              <a:spcBef>
                <a:spcPts val="60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Roboto Condensed" pitchFamily="2" charset="0"/>
                <a:cs typeface="Times New Roman" panose="02020603050405020304" pitchFamily="18" charset="0"/>
              </a:rPr>
              <a:t>El modelo tiene una capacidad explicativa muy pequeña R</a:t>
            </a:r>
            <a:r>
              <a:rPr lang="es-MX" baseline="30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Roboto Condensed" pitchFamily="2" charset="0"/>
                <a:cs typeface="Times New Roman" panose="02020603050405020304" pitchFamily="18" charset="0"/>
              </a:rPr>
              <a:t>2  </a:t>
            </a: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Roboto Condensed" pitchFamily="2" charset="0"/>
                <a:cs typeface="Times New Roman" panose="02020603050405020304" pitchFamily="18" charset="0"/>
              </a:rPr>
              <a:t>ajustada = 0.06</a:t>
            </a:r>
          </a:p>
          <a:p>
            <a:pPr marL="285750" indent="-285750" algn="l" rtl="0">
              <a:spcBef>
                <a:spcPts val="60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Roboto Condensed" pitchFamily="2" charset="0"/>
                <a:cs typeface="Times New Roman" panose="02020603050405020304" pitchFamily="18" charset="0"/>
              </a:rPr>
              <a:t>Los Parques permiten turismo, las Reservas no. Ambos permiten el aprovechamiento de distintas formas.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54A9814-461D-1FCE-7428-D7D8B5CA4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3741" y="149225"/>
            <a:ext cx="5588000" cy="6559550"/>
          </a:xfrm>
          <a:prstGeom prst="rect">
            <a:avLst/>
          </a:prstGeom>
        </p:spPr>
      </p:pic>
      <p:sp>
        <p:nvSpPr>
          <p:cNvPr id="3" name="Flecha: hacia la izquierda 2">
            <a:hlinkClick r:id="rId3" action="ppaction://hlinksldjump"/>
            <a:extLst>
              <a:ext uri="{FF2B5EF4-FFF2-40B4-BE49-F238E27FC236}">
                <a16:creationId xmlns:a16="http://schemas.microsoft.com/office/drawing/2014/main" id="{2DCB6B56-2B98-DBAD-5962-9FA8A0D3C616}"/>
              </a:ext>
            </a:extLst>
          </p:cNvPr>
          <p:cNvSpPr/>
          <p:nvPr/>
        </p:nvSpPr>
        <p:spPr>
          <a:xfrm>
            <a:off x="11296321" y="6290763"/>
            <a:ext cx="722812" cy="418012"/>
          </a:xfrm>
          <a:prstGeom prst="leftArrow">
            <a:avLst/>
          </a:prstGeom>
          <a:solidFill>
            <a:srgbClr val="206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89338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6EB1E11-88EE-4601-85C8-EB0FE0E8E5BC}"/>
              </a:ext>
            </a:extLst>
          </p:cNvPr>
          <p:cNvSpPr txBox="1"/>
          <p:nvPr/>
        </p:nvSpPr>
        <p:spPr>
          <a:xfrm>
            <a:off x="629394" y="480887"/>
            <a:ext cx="4476005" cy="584775"/>
          </a:xfrm>
          <a:prstGeom prst="rect">
            <a:avLst/>
          </a:prstGeom>
          <a:solidFill>
            <a:srgbClr val="59886B"/>
          </a:solidFill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  <a:highlight>
                  <a:srgbClr val="59886B"/>
                </a:highlight>
                <a:latin typeface="Roboto Condensed" pitchFamily="2" charset="0"/>
                <a:ea typeface="Roboto Condensed" pitchFamily="2" charset="0"/>
              </a:rPr>
              <a:t>Especificación</a:t>
            </a:r>
            <a:r>
              <a:rPr lang="en-US" sz="3200" b="1" dirty="0">
                <a:solidFill>
                  <a:schemeClr val="bg1"/>
                </a:solidFill>
                <a:highlight>
                  <a:srgbClr val="59886B"/>
                </a:highlight>
                <a:latin typeface="Roboto Condensed" pitchFamily="2" charset="0"/>
                <a:ea typeface="Roboto Condensed" pitchFamily="2" charset="0"/>
              </a:rPr>
              <a:t> del </a:t>
            </a:r>
            <a:r>
              <a:rPr lang="en-US" sz="3200" b="1" dirty="0" err="1">
                <a:solidFill>
                  <a:schemeClr val="bg1"/>
                </a:solidFill>
                <a:highlight>
                  <a:srgbClr val="59886B"/>
                </a:highlight>
                <a:latin typeface="Roboto Condensed" pitchFamily="2" charset="0"/>
                <a:ea typeface="Roboto Condensed" pitchFamily="2" charset="0"/>
              </a:rPr>
              <a:t>modelo</a:t>
            </a:r>
            <a:endParaRPr lang="es-MX" sz="3200" b="1" dirty="0">
              <a:solidFill>
                <a:schemeClr val="bg1"/>
              </a:solidFill>
              <a:highlight>
                <a:srgbClr val="59886B"/>
              </a:highlight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B5D304-DA97-464C-A178-DA82BBE88B42}"/>
              </a:ext>
            </a:extLst>
          </p:cNvPr>
          <p:cNvSpPr txBox="1"/>
          <p:nvPr/>
        </p:nvSpPr>
        <p:spPr>
          <a:xfrm>
            <a:off x="1110344" y="2071206"/>
            <a:ext cx="9693726" cy="773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</a:pPr>
            <a:r>
              <a:rPr lang="es-MX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Ingreso promedio        = ANP cercana + Características ANP + Término aleatorio</a:t>
            </a:r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Índice de marginación = ANP cercana + Características ANP + Término aleatorio</a:t>
            </a:r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142771C-FEC7-4D26-9F7C-3BCC6FB7ABEB}"/>
              </a:ext>
            </a:extLst>
          </p:cNvPr>
          <p:cNvCxnSpPr/>
          <p:nvPr/>
        </p:nvCxnSpPr>
        <p:spPr>
          <a:xfrm>
            <a:off x="4898578" y="2844238"/>
            <a:ext cx="0" cy="856905"/>
          </a:xfrm>
          <a:prstGeom prst="line">
            <a:avLst/>
          </a:prstGeom>
          <a:ln w="25400">
            <a:solidFill>
              <a:srgbClr val="5988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BEDFEEE-605B-4B8B-A3AA-DC658F716D43}"/>
              </a:ext>
            </a:extLst>
          </p:cNvPr>
          <p:cNvSpPr/>
          <p:nvPr/>
        </p:nvSpPr>
        <p:spPr>
          <a:xfrm>
            <a:off x="4401025" y="2045599"/>
            <a:ext cx="1264989" cy="773032"/>
          </a:xfrm>
          <a:prstGeom prst="rect">
            <a:avLst/>
          </a:prstGeom>
          <a:noFill/>
          <a:ln>
            <a:solidFill>
              <a:srgbClr val="5988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5C344E-1AE5-47C7-9D8D-B4E84599E8FB}"/>
              </a:ext>
            </a:extLst>
          </p:cNvPr>
          <p:cNvSpPr txBox="1"/>
          <p:nvPr/>
        </p:nvSpPr>
        <p:spPr>
          <a:xfrm>
            <a:off x="3793678" y="3701143"/>
            <a:ext cx="2471056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Indicador de propensión</a:t>
            </a: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E6284540-9CB3-4138-92B2-B81FCE6117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261333"/>
              </p:ext>
            </p:extLst>
          </p:nvPr>
        </p:nvGraphicFramePr>
        <p:xfrm>
          <a:off x="3601363" y="4223804"/>
          <a:ext cx="2692400" cy="137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400">
                  <a:extLst>
                    <a:ext uri="{9D8B030D-6E8A-4147-A177-3AD203B41FA5}">
                      <a16:colId xmlns:a16="http://schemas.microsoft.com/office/drawing/2014/main" val="22755934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Índice de marginación</a:t>
                      </a:r>
                    </a:p>
                  </a:txBody>
                  <a:tcPr>
                    <a:solidFill>
                      <a:srgbClr val="FFF8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508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8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Índice de diversidad poblacional</a:t>
                      </a:r>
                    </a:p>
                  </a:txBody>
                  <a:tcPr>
                    <a:solidFill>
                      <a:srgbClr val="FFF8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690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MX" b="0" dirty="0"/>
                        <a:t>Características municipales</a:t>
                      </a:r>
                    </a:p>
                  </a:txBody>
                  <a:tcPr>
                    <a:solidFill>
                      <a:srgbClr val="FFF8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925311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04327E-3670-4CFB-A556-5761A3854964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4947563" y="4082143"/>
            <a:ext cx="0" cy="141661"/>
          </a:xfrm>
          <a:prstGeom prst="line">
            <a:avLst/>
          </a:prstGeom>
          <a:ln w="25400">
            <a:solidFill>
              <a:srgbClr val="5988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06547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A086801-2C04-4E8D-9D47-FC2DD87E410E}"/>
              </a:ext>
            </a:extLst>
          </p:cNvPr>
          <p:cNvGrpSpPr/>
          <p:nvPr/>
        </p:nvGrpSpPr>
        <p:grpSpPr>
          <a:xfrm>
            <a:off x="466107" y="1085619"/>
            <a:ext cx="3633783" cy="4871196"/>
            <a:chOff x="1092529" y="440739"/>
            <a:chExt cx="4916382" cy="289858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269288-4549-4A52-BDBC-1A2518D8F671}"/>
                </a:ext>
              </a:extLst>
            </p:cNvPr>
            <p:cNvSpPr txBox="1"/>
            <p:nvPr/>
          </p:nvSpPr>
          <p:spPr>
            <a:xfrm>
              <a:off x="1092529" y="985959"/>
              <a:ext cx="4916382" cy="2353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l" rtl="0">
                <a:spcBef>
                  <a:spcPts val="600"/>
                </a:spcBef>
                <a:spcAft>
                  <a:spcPts val="150"/>
                </a:spcAft>
                <a:buFont typeface="Arial" panose="020B0604020202020204" pitchFamily="34" charset="0"/>
                <a:buChar char="•"/>
              </a:pPr>
              <a:r>
                <a:rPr lang="es-MX" dirty="0">
                  <a:solidFill>
                    <a:schemeClr val="bg2">
                      <a:lumMod val="25000"/>
                    </a:schemeClr>
                  </a:solidFill>
                  <a:effectLst/>
                  <a:latin typeface="Times New Roman" panose="02020603050405020304" pitchFamily="18" charset="0"/>
                  <a:ea typeface="Roboto Condensed" pitchFamily="2" charset="0"/>
                  <a:cs typeface="Times New Roman" panose="02020603050405020304" pitchFamily="18" charset="0"/>
                </a:rPr>
                <a:t>Queremos identificar diferencias en marginación y en ingreso</a:t>
              </a:r>
              <a:endParaRPr lang="es-MX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Roboto Condensed" pitchFamily="2" charset="0"/>
                <a:cs typeface="Times New Roman" panose="02020603050405020304" pitchFamily="18" charset="0"/>
              </a:endParaRPr>
            </a:p>
            <a:p>
              <a:pPr marL="285750" indent="-285750" algn="l" rtl="0">
                <a:spcBef>
                  <a:spcPts val="600"/>
                </a:spcBef>
                <a:spcAft>
                  <a:spcPts val="150"/>
                </a:spcAft>
                <a:buFont typeface="Arial" panose="020B0604020202020204" pitchFamily="34" charset="0"/>
                <a:buChar char="•"/>
              </a:pPr>
              <a:r>
                <a:rPr lang="es-MX" sz="1800" dirty="0">
                  <a:solidFill>
                    <a:schemeClr val="bg2">
                      <a:lumMod val="25000"/>
                    </a:schemeClr>
                  </a:solidFill>
                  <a:effectLst/>
                  <a:latin typeface="Times New Roman" panose="02020603050405020304" pitchFamily="18" charset="0"/>
                  <a:ea typeface="Roboto Condensed" pitchFamily="2" charset="0"/>
                  <a:cs typeface="Times New Roman" panose="02020603050405020304" pitchFamily="18" charset="0"/>
                </a:rPr>
                <a:t>Analizamos munici</a:t>
              </a:r>
              <a:r>
                <a:rPr lang="es-MX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ea typeface="Roboto Condensed" pitchFamily="2" charset="0"/>
                  <a:cs typeface="Times New Roman" panose="02020603050405020304" pitchFamily="18" charset="0"/>
                </a:rPr>
                <a:t>pios con un ANP a menos de 10km</a:t>
              </a:r>
            </a:p>
            <a:p>
              <a:pPr marL="285750" indent="-285750" algn="l" rtl="0">
                <a:spcBef>
                  <a:spcPts val="600"/>
                </a:spcBef>
                <a:spcAft>
                  <a:spcPts val="150"/>
                </a:spcAft>
                <a:buFont typeface="Arial" panose="020B0604020202020204" pitchFamily="34" charset="0"/>
                <a:buChar char="•"/>
              </a:pPr>
              <a:r>
                <a:rPr lang="es-MX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ea typeface="Roboto Condensed" pitchFamily="2" charset="0"/>
                  <a:cs typeface="Times New Roman" panose="02020603050405020304" pitchFamily="18" charset="0"/>
                </a:rPr>
                <a:t>No tenemos distribución aleatoria, así que emparejamos </a:t>
              </a:r>
            </a:p>
            <a:p>
              <a:pPr marL="285750" indent="-285750" algn="l" rtl="0">
                <a:spcBef>
                  <a:spcPts val="600"/>
                </a:spcBef>
                <a:spcAft>
                  <a:spcPts val="150"/>
                </a:spcAft>
                <a:buFont typeface="Arial" panose="020B0604020202020204" pitchFamily="34" charset="0"/>
                <a:buChar char="•"/>
              </a:pPr>
              <a:r>
                <a:rPr lang="es-MX" sz="1800" dirty="0">
                  <a:solidFill>
                    <a:schemeClr val="bg2">
                      <a:lumMod val="25000"/>
                    </a:schemeClr>
                  </a:solidFill>
                  <a:effectLst/>
                  <a:latin typeface="Times New Roman" panose="02020603050405020304" pitchFamily="18" charset="0"/>
                  <a:ea typeface="Roboto Condensed" pitchFamily="2" charset="0"/>
                  <a:cs typeface="Times New Roman" panose="02020603050405020304" pitchFamily="18" charset="0"/>
                </a:rPr>
                <a:t>Emparejamiento mediante </a:t>
              </a:r>
              <a:r>
                <a:rPr lang="es-MX" sz="1800" dirty="0" err="1">
                  <a:solidFill>
                    <a:schemeClr val="bg2">
                      <a:lumMod val="25000"/>
                    </a:schemeClr>
                  </a:solidFill>
                  <a:effectLst/>
                  <a:latin typeface="Times New Roman" panose="02020603050405020304" pitchFamily="18" charset="0"/>
                  <a:ea typeface="Roboto Condensed" pitchFamily="2" charset="0"/>
                  <a:cs typeface="Times New Roman" panose="02020603050405020304" pitchFamily="18" charset="0"/>
                </a:rPr>
                <a:t>propensity</a:t>
              </a:r>
              <a:r>
                <a:rPr lang="es-MX" sz="1800" dirty="0">
                  <a:solidFill>
                    <a:schemeClr val="bg2">
                      <a:lumMod val="25000"/>
                    </a:schemeClr>
                  </a:solidFill>
                  <a:effectLst/>
                  <a:latin typeface="Times New Roman" panose="02020603050405020304" pitchFamily="18" charset="0"/>
                  <a:ea typeface="Roboto Condensed" pitchFamily="2" charset="0"/>
                  <a:cs typeface="Times New Roman" panose="02020603050405020304" pitchFamily="18" charset="0"/>
                </a:rPr>
                <a:t> score</a:t>
              </a:r>
            </a:p>
            <a:p>
              <a:pPr marL="285750" indent="-285750" algn="l" rtl="0">
                <a:spcBef>
                  <a:spcPts val="600"/>
                </a:spcBef>
                <a:spcAft>
                  <a:spcPts val="150"/>
                </a:spcAft>
                <a:buFont typeface="Arial" panose="020B0604020202020204" pitchFamily="34" charset="0"/>
                <a:buChar char="•"/>
              </a:pPr>
              <a:r>
                <a:rPr lang="es-MX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ea typeface="Roboto Condensed" pitchFamily="2" charset="0"/>
                  <a:cs typeface="Times New Roman" panose="02020603050405020304" pitchFamily="18" charset="0"/>
                </a:rPr>
                <a:t>Mecanismo causal</a:t>
              </a:r>
              <a:endPara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285750" indent="-285750">
                <a:spcBef>
                  <a:spcPts val="600"/>
                </a:spcBef>
                <a:spcAft>
                  <a:spcPts val="150"/>
                </a:spcAft>
                <a:buFont typeface="Arial" panose="020B0604020202020204" pitchFamily="34" charset="0"/>
                <a:buChar char="•"/>
              </a:pPr>
              <a:r>
                <a:rPr lang="es-MX" i="0" dirty="0">
                  <a:solidFill>
                    <a:schemeClr val="bg2">
                      <a:lumMod val="25000"/>
                    </a:schemeClr>
                  </a:solidFill>
                  <a:effectLst/>
                  <a:latin typeface="Times New Roman" panose="02020603050405020304" pitchFamily="18" charset="0"/>
                  <a:ea typeface="Roboto Condensed" pitchFamily="2" charset="0"/>
                  <a:cs typeface="Times New Roman" panose="02020603050405020304" pitchFamily="18" charset="0"/>
                </a:rPr>
                <a:t>Refinamos resultados mediante la heterogeneidad de las áreas</a:t>
              </a:r>
            </a:p>
            <a:p>
              <a:pPr algn="l" rtl="0"/>
              <a:endParaRPr lang="es-MX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Roboto Condense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3F44045-F3B4-457E-82FC-D65E647876FE}"/>
                </a:ext>
              </a:extLst>
            </p:cNvPr>
            <p:cNvSpPr txBox="1"/>
            <p:nvPr/>
          </p:nvSpPr>
          <p:spPr>
            <a:xfrm>
              <a:off x="1092530" y="440739"/>
              <a:ext cx="4916381" cy="347967"/>
            </a:xfrm>
            <a:prstGeom prst="rect">
              <a:avLst/>
            </a:prstGeom>
            <a:solidFill>
              <a:srgbClr val="FFC85C"/>
            </a:solidFill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solidFill>
                    <a:schemeClr val="bg2">
                      <a:lumMod val="25000"/>
                    </a:schemeClr>
                  </a:solidFill>
                  <a:latin typeface="Roboto Condensed" pitchFamily="2" charset="0"/>
                  <a:ea typeface="Roboto Condensed" pitchFamily="2" charset="0"/>
                </a:rPr>
                <a:t>Puntos clave</a:t>
              </a:r>
              <a:endParaRPr lang="es-MX" sz="3200" b="1" dirty="0">
                <a:solidFill>
                  <a:schemeClr val="bg2">
                    <a:lumMod val="25000"/>
                  </a:schemeClr>
                </a:solidFill>
                <a:latin typeface="Roboto Condensed" pitchFamily="2" charset="0"/>
                <a:ea typeface="Roboto Condensed" pitchFamily="2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AAE1CAE-A316-468B-9C48-164BA2221EF6}"/>
              </a:ext>
            </a:extLst>
          </p:cNvPr>
          <p:cNvSpPr txBox="1"/>
          <p:nvPr/>
        </p:nvSpPr>
        <p:spPr>
          <a:xfrm>
            <a:off x="5878286" y="5816722"/>
            <a:ext cx="5078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Naidoo et al: Fig. 2. Conceptualizing PA impacts. Possible mechanisms of PA impacts on the health and wealth of nearby people.</a:t>
            </a:r>
            <a:endParaRPr lang="es-MX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71B418-0B29-4568-9758-B3A8A7108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034" y="1041277"/>
            <a:ext cx="7683895" cy="477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8030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10ED85D8-35CC-FCD2-37EA-6058254D8258}"/>
              </a:ext>
            </a:extLst>
          </p:cNvPr>
          <p:cNvGrpSpPr/>
          <p:nvPr/>
        </p:nvGrpSpPr>
        <p:grpSpPr>
          <a:xfrm>
            <a:off x="2525485" y="595846"/>
            <a:ext cx="7769624" cy="6056200"/>
            <a:chOff x="2525485" y="595846"/>
            <a:chExt cx="7769624" cy="6056200"/>
          </a:xfrm>
        </p:grpSpPr>
        <p:pic>
          <p:nvPicPr>
            <p:cNvPr id="6" name="Gráfico 5" descr="Neighborhood con relleno sólido">
              <a:extLst>
                <a:ext uri="{FF2B5EF4-FFF2-40B4-BE49-F238E27FC236}">
                  <a16:creationId xmlns:a16="http://schemas.microsoft.com/office/drawing/2014/main" id="{175E6BAC-6EC5-7A48-267F-2B9FE2AD5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25400" y="2156168"/>
              <a:ext cx="914400" cy="914400"/>
            </a:xfrm>
            <a:prstGeom prst="rect">
              <a:avLst/>
            </a:prstGeom>
          </p:spPr>
        </p:pic>
        <p:pic>
          <p:nvPicPr>
            <p:cNvPr id="8" name="Gráfico 7" descr="Coins contorno">
              <a:extLst>
                <a:ext uri="{FF2B5EF4-FFF2-40B4-BE49-F238E27FC236}">
                  <a16:creationId xmlns:a16="http://schemas.microsoft.com/office/drawing/2014/main" id="{132E9D94-A57A-1609-527C-B8522AAA3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83566" y="4071755"/>
              <a:ext cx="914400" cy="914400"/>
            </a:xfrm>
            <a:prstGeom prst="rect">
              <a:avLst/>
            </a:prstGeom>
          </p:spPr>
        </p:pic>
        <p:pic>
          <p:nvPicPr>
            <p:cNvPr id="10" name="Gráfico 9" descr="Rainy scene con relleno sólido">
              <a:extLst>
                <a:ext uri="{FF2B5EF4-FFF2-40B4-BE49-F238E27FC236}">
                  <a16:creationId xmlns:a16="http://schemas.microsoft.com/office/drawing/2014/main" id="{0A6FA2E4-F02B-6EAE-49B4-2C978700B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305233" y="1137596"/>
              <a:ext cx="1475772" cy="1475772"/>
            </a:xfrm>
            <a:prstGeom prst="rect">
              <a:avLst/>
            </a:prstGeom>
          </p:spPr>
        </p:pic>
        <p:pic>
          <p:nvPicPr>
            <p:cNvPr id="12" name="Gráfico 11" descr="Forest scene con relleno sólido">
              <a:extLst>
                <a:ext uri="{FF2B5EF4-FFF2-40B4-BE49-F238E27FC236}">
                  <a16:creationId xmlns:a16="http://schemas.microsoft.com/office/drawing/2014/main" id="{1B76A75D-0DEB-870B-F9EC-AF993AFA6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37761" y="3964141"/>
              <a:ext cx="914400" cy="914400"/>
            </a:xfrm>
            <a:prstGeom prst="rect">
              <a:avLst/>
            </a:prstGeom>
          </p:spPr>
        </p:pic>
        <p:pic>
          <p:nvPicPr>
            <p:cNvPr id="19" name="Gráfico 18" descr="Climbing con relleno sólido">
              <a:extLst>
                <a:ext uri="{FF2B5EF4-FFF2-40B4-BE49-F238E27FC236}">
                  <a16:creationId xmlns:a16="http://schemas.microsoft.com/office/drawing/2014/main" id="{B6FEC2BB-F97A-7261-FF1E-FFE238E45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183566" y="995128"/>
              <a:ext cx="914400" cy="914400"/>
            </a:xfrm>
            <a:prstGeom prst="rect">
              <a:avLst/>
            </a:prstGeom>
          </p:spPr>
        </p:pic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BA0A440F-91F2-0EE2-A388-22E1F506FFF7}"/>
                </a:ext>
              </a:extLst>
            </p:cNvPr>
            <p:cNvSpPr txBox="1"/>
            <p:nvPr/>
          </p:nvSpPr>
          <p:spPr>
            <a:xfrm>
              <a:off x="2739215" y="2990641"/>
              <a:ext cx="138040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1400" dirty="0">
                  <a:latin typeface="Roboto Condensed" pitchFamily="2" charset="0"/>
                  <a:ea typeface="Roboto Condensed" pitchFamily="2" charset="0"/>
                </a:rPr>
                <a:t>Permiten la conservación de ecosistemas</a:t>
              </a:r>
            </a:p>
          </p:txBody>
        </p: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7A694D2B-70F5-7DAB-B2C3-820A992B0AFA}"/>
                </a:ext>
              </a:extLst>
            </p:cNvPr>
            <p:cNvCxnSpPr>
              <a:stCxn id="10" idx="2"/>
              <a:endCxn id="12" idx="0"/>
            </p:cNvCxnSpPr>
            <p:nvPr/>
          </p:nvCxnSpPr>
          <p:spPr>
            <a:xfrm>
              <a:off x="4043119" y="2613368"/>
              <a:ext cx="351842" cy="1350773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F69F0DBA-8E5E-D00B-F739-271AB3A8E984}"/>
                </a:ext>
              </a:extLst>
            </p:cNvPr>
            <p:cNvSpPr txBox="1"/>
            <p:nvPr/>
          </p:nvSpPr>
          <p:spPr>
            <a:xfrm>
              <a:off x="4655710" y="672922"/>
              <a:ext cx="147577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1400" dirty="0">
                  <a:latin typeface="Roboto Condensed" pitchFamily="2" charset="0"/>
                  <a:ea typeface="Roboto Condensed" pitchFamily="2" charset="0"/>
                </a:rPr>
                <a:t>Genera oportunidades de esparcimiento o turismo</a:t>
              </a:r>
            </a:p>
          </p:txBody>
        </p:sp>
        <p:cxnSp>
          <p:nvCxnSpPr>
            <p:cNvPr id="28" name="Conector recto de flecha 27">
              <a:extLst>
                <a:ext uri="{FF2B5EF4-FFF2-40B4-BE49-F238E27FC236}">
                  <a16:creationId xmlns:a16="http://schemas.microsoft.com/office/drawing/2014/main" id="{1E785786-D397-AA5A-9430-54E1CAFE04F2}"/>
                </a:ext>
              </a:extLst>
            </p:cNvPr>
            <p:cNvCxnSpPr>
              <a:cxnSpLocks/>
              <a:stCxn id="10" idx="3"/>
              <a:endCxn id="19" idx="1"/>
            </p:cNvCxnSpPr>
            <p:nvPr/>
          </p:nvCxnSpPr>
          <p:spPr>
            <a:xfrm flipV="1">
              <a:off x="4781005" y="1452328"/>
              <a:ext cx="1402561" cy="42315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BBBA9C7F-9F07-6E38-D6C6-DA7F5E431D9B}"/>
                </a:ext>
              </a:extLst>
            </p:cNvPr>
            <p:cNvSpPr txBox="1"/>
            <p:nvPr/>
          </p:nvSpPr>
          <p:spPr>
            <a:xfrm>
              <a:off x="3767005" y="4762465"/>
              <a:ext cx="12559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1400" b="1" dirty="0">
                  <a:latin typeface="Roboto Condensed" pitchFamily="2" charset="0"/>
                  <a:ea typeface="Roboto Condensed" pitchFamily="2" charset="0"/>
                </a:rPr>
                <a:t>Mejor estado del ecosistema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5C14E91A-A6E0-D164-1404-FB7541D987CD}"/>
                </a:ext>
              </a:extLst>
            </p:cNvPr>
            <p:cNvSpPr txBox="1"/>
            <p:nvPr/>
          </p:nvSpPr>
          <p:spPr>
            <a:xfrm>
              <a:off x="2525485" y="659586"/>
              <a:ext cx="117821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latin typeface="Roboto Condensed" pitchFamily="2" charset="0"/>
                  <a:ea typeface="Roboto Condensed" pitchFamily="2" charset="0"/>
                </a:rPr>
                <a:t>Áreas Naturales Protegidas</a:t>
              </a:r>
            </a:p>
          </p:txBody>
        </p:sp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65A6A8C8-827E-27C5-0BC4-07E309253E28}"/>
                </a:ext>
              </a:extLst>
            </p:cNvPr>
            <p:cNvCxnSpPr>
              <a:cxnSpLocks/>
              <a:stCxn id="19" idx="3"/>
              <a:endCxn id="6" idx="0"/>
            </p:cNvCxnSpPr>
            <p:nvPr/>
          </p:nvCxnSpPr>
          <p:spPr>
            <a:xfrm>
              <a:off x="7097966" y="1452328"/>
              <a:ext cx="1584634" cy="70384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C91AF32D-5502-D3EB-52C3-D67B67D9AEF5}"/>
                </a:ext>
              </a:extLst>
            </p:cNvPr>
            <p:cNvSpPr txBox="1"/>
            <p:nvPr/>
          </p:nvSpPr>
          <p:spPr>
            <a:xfrm>
              <a:off x="7358039" y="595846"/>
              <a:ext cx="226362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1400" dirty="0">
                  <a:latin typeface="Roboto Condensed" pitchFamily="2" charset="0"/>
                  <a:ea typeface="Roboto Condensed" pitchFamily="2" charset="0"/>
                </a:rPr>
                <a:t>El esparcimiento mejora la infraestructura local: mejores calles y mayor acceso a instituciones de salud</a:t>
              </a:r>
            </a:p>
          </p:txBody>
        </p:sp>
        <p:cxnSp>
          <p:nvCxnSpPr>
            <p:cNvPr id="41" name="Conector recto de flecha 40">
              <a:extLst>
                <a:ext uri="{FF2B5EF4-FFF2-40B4-BE49-F238E27FC236}">
                  <a16:creationId xmlns:a16="http://schemas.microsoft.com/office/drawing/2014/main" id="{9928516F-1D07-57F9-A879-E8B8838999C1}"/>
                </a:ext>
              </a:extLst>
            </p:cNvPr>
            <p:cNvCxnSpPr>
              <a:cxnSpLocks/>
              <a:stCxn id="19" idx="2"/>
              <a:endCxn id="8" idx="0"/>
            </p:cNvCxnSpPr>
            <p:nvPr/>
          </p:nvCxnSpPr>
          <p:spPr>
            <a:xfrm>
              <a:off x="6640766" y="1909528"/>
              <a:ext cx="0" cy="2162227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783BBF7F-AEF2-C3E0-0F84-BA7AFA08CBFE}"/>
                </a:ext>
              </a:extLst>
            </p:cNvPr>
            <p:cNvSpPr txBox="1"/>
            <p:nvPr/>
          </p:nvSpPr>
          <p:spPr>
            <a:xfrm>
              <a:off x="6774025" y="2244228"/>
              <a:ext cx="1255911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1400" dirty="0">
                  <a:latin typeface="Roboto Condensed" pitchFamily="2" charset="0"/>
                  <a:ea typeface="Roboto Condensed" pitchFamily="2" charset="0"/>
                </a:rPr>
                <a:t>Ofrece oportunidades laborales en infraestructura más desarrollada</a:t>
              </a: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a16:creationId xmlns:a16="http://schemas.microsoft.com/office/drawing/2014/main" id="{E5AAA11D-A6DE-D725-0080-E44B9412FBC0}"/>
                </a:ext>
              </a:extLst>
            </p:cNvPr>
            <p:cNvCxnSpPr>
              <a:cxnSpLocks/>
              <a:stCxn id="12" idx="3"/>
              <a:endCxn id="8" idx="1"/>
            </p:cNvCxnSpPr>
            <p:nvPr/>
          </p:nvCxnSpPr>
          <p:spPr>
            <a:xfrm>
              <a:off x="4852161" y="4421341"/>
              <a:ext cx="1331405" cy="10761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7" name="Gráfico 56" descr="Care con relleno sólido">
              <a:extLst>
                <a:ext uri="{FF2B5EF4-FFF2-40B4-BE49-F238E27FC236}">
                  <a16:creationId xmlns:a16="http://schemas.microsoft.com/office/drawing/2014/main" id="{91E5A2B2-B5D0-DAFF-EACA-8042F1D0DA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208171" y="4065518"/>
              <a:ext cx="914400" cy="914400"/>
            </a:xfrm>
            <a:prstGeom prst="rect">
              <a:avLst/>
            </a:prstGeom>
          </p:spPr>
        </p:pic>
        <p:cxnSp>
          <p:nvCxnSpPr>
            <p:cNvPr id="58" name="Conector recto de flecha 57">
              <a:extLst>
                <a:ext uri="{FF2B5EF4-FFF2-40B4-BE49-F238E27FC236}">
                  <a16:creationId xmlns:a16="http://schemas.microsoft.com/office/drawing/2014/main" id="{BE160CE6-1965-8C73-D548-D559A686E57A}"/>
                </a:ext>
              </a:extLst>
            </p:cNvPr>
            <p:cNvCxnSpPr>
              <a:cxnSpLocks/>
              <a:stCxn id="8" idx="3"/>
              <a:endCxn id="57" idx="1"/>
            </p:cNvCxnSpPr>
            <p:nvPr/>
          </p:nvCxnSpPr>
          <p:spPr>
            <a:xfrm flipV="1">
              <a:off x="7097966" y="4522718"/>
              <a:ext cx="1110205" cy="6237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Conector recto de flecha 60">
              <a:extLst>
                <a:ext uri="{FF2B5EF4-FFF2-40B4-BE49-F238E27FC236}">
                  <a16:creationId xmlns:a16="http://schemas.microsoft.com/office/drawing/2014/main" id="{4BB9CDEE-A908-F264-754A-F362CE3D53DE}"/>
                </a:ext>
              </a:extLst>
            </p:cNvPr>
            <p:cNvCxnSpPr>
              <a:cxnSpLocks/>
              <a:stCxn id="6" idx="2"/>
              <a:endCxn id="57" idx="0"/>
            </p:cNvCxnSpPr>
            <p:nvPr/>
          </p:nvCxnSpPr>
          <p:spPr>
            <a:xfrm flipH="1">
              <a:off x="8665371" y="3070568"/>
              <a:ext cx="17229" cy="99495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D4159E63-40BE-23C4-DE88-5FD193BCE437}"/>
                </a:ext>
              </a:extLst>
            </p:cNvPr>
            <p:cNvSpPr/>
            <p:nvPr/>
          </p:nvSpPr>
          <p:spPr>
            <a:xfrm>
              <a:off x="5369068" y="1606185"/>
              <a:ext cx="170756" cy="16828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6E96D9C8-A722-2CEB-97A7-9E57A4DC2651}"/>
                </a:ext>
              </a:extLst>
            </p:cNvPr>
            <p:cNvSpPr/>
            <p:nvPr/>
          </p:nvSpPr>
          <p:spPr>
            <a:xfrm>
              <a:off x="7686029" y="1681570"/>
              <a:ext cx="170756" cy="1682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8" name="Elipse 67">
              <a:extLst>
                <a:ext uri="{FF2B5EF4-FFF2-40B4-BE49-F238E27FC236}">
                  <a16:creationId xmlns:a16="http://schemas.microsoft.com/office/drawing/2014/main" id="{960571E5-3D0B-076D-10F8-0C72AC4EA96F}"/>
                </a:ext>
              </a:extLst>
            </p:cNvPr>
            <p:cNvSpPr/>
            <p:nvPr/>
          </p:nvSpPr>
          <p:spPr>
            <a:xfrm>
              <a:off x="6557784" y="2736600"/>
              <a:ext cx="170756" cy="1682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4525C715-7C87-BECE-078C-21B5032BE466}"/>
                </a:ext>
              </a:extLst>
            </p:cNvPr>
            <p:cNvSpPr/>
            <p:nvPr/>
          </p:nvSpPr>
          <p:spPr>
            <a:xfrm>
              <a:off x="8597222" y="3476163"/>
              <a:ext cx="170756" cy="1682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3" name="Elipse 72">
              <a:extLst>
                <a:ext uri="{FF2B5EF4-FFF2-40B4-BE49-F238E27FC236}">
                  <a16:creationId xmlns:a16="http://schemas.microsoft.com/office/drawing/2014/main" id="{CD7B0F9B-BA54-095A-A486-EBE72FCBDE5A}"/>
                </a:ext>
              </a:extLst>
            </p:cNvPr>
            <p:cNvSpPr/>
            <p:nvPr/>
          </p:nvSpPr>
          <p:spPr>
            <a:xfrm>
              <a:off x="4147976" y="3218167"/>
              <a:ext cx="170756" cy="1682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7" name="Elipse 76">
              <a:extLst>
                <a:ext uri="{FF2B5EF4-FFF2-40B4-BE49-F238E27FC236}">
                  <a16:creationId xmlns:a16="http://schemas.microsoft.com/office/drawing/2014/main" id="{588277D8-1A17-CC25-84B2-52297AC5CEF9}"/>
                </a:ext>
              </a:extLst>
            </p:cNvPr>
            <p:cNvSpPr/>
            <p:nvPr/>
          </p:nvSpPr>
          <p:spPr>
            <a:xfrm>
              <a:off x="5347749" y="4391007"/>
              <a:ext cx="170756" cy="168281"/>
            </a:xfrm>
            <a:prstGeom prst="ellipse">
              <a:avLst/>
            </a:prstGeom>
            <a:solidFill>
              <a:srgbClr val="BFDCA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78" name="Elipse 77">
              <a:extLst>
                <a:ext uri="{FF2B5EF4-FFF2-40B4-BE49-F238E27FC236}">
                  <a16:creationId xmlns:a16="http://schemas.microsoft.com/office/drawing/2014/main" id="{75FDA78C-F764-C202-C67D-0DDCD4A3ED65}"/>
                </a:ext>
              </a:extLst>
            </p:cNvPr>
            <p:cNvSpPr/>
            <p:nvPr/>
          </p:nvSpPr>
          <p:spPr>
            <a:xfrm>
              <a:off x="7567690" y="4438577"/>
              <a:ext cx="170756" cy="1682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9" name="CuadroTexto 78">
              <a:extLst>
                <a:ext uri="{FF2B5EF4-FFF2-40B4-BE49-F238E27FC236}">
                  <a16:creationId xmlns:a16="http://schemas.microsoft.com/office/drawing/2014/main" id="{2A2DC572-B17E-FBFE-407A-C6EE89A2962E}"/>
                </a:ext>
              </a:extLst>
            </p:cNvPr>
            <p:cNvSpPr txBox="1"/>
            <p:nvPr/>
          </p:nvSpPr>
          <p:spPr>
            <a:xfrm>
              <a:off x="4860943" y="2945400"/>
              <a:ext cx="1475771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1400" dirty="0">
                  <a:latin typeface="Roboto Condensed" pitchFamily="2" charset="0"/>
                  <a:ea typeface="Roboto Condensed" pitchFamily="2" charset="0"/>
                </a:rPr>
                <a:t>Aumenta poblaciones de flora y fauna, generando oportunidades de aprovechamiento</a:t>
              </a:r>
            </a:p>
          </p:txBody>
        </p:sp>
        <p:sp>
          <p:nvSpPr>
            <p:cNvPr id="80" name="CuadroTexto 79">
              <a:extLst>
                <a:ext uri="{FF2B5EF4-FFF2-40B4-BE49-F238E27FC236}">
                  <a16:creationId xmlns:a16="http://schemas.microsoft.com/office/drawing/2014/main" id="{48ADF83A-FD4B-B65A-B602-22A45ACC96B1}"/>
                </a:ext>
              </a:extLst>
            </p:cNvPr>
            <p:cNvSpPr txBox="1"/>
            <p:nvPr/>
          </p:nvSpPr>
          <p:spPr>
            <a:xfrm>
              <a:off x="6300813" y="4846705"/>
              <a:ext cx="12559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1400" b="1" dirty="0">
                  <a:latin typeface="Roboto Condensed" pitchFamily="2" charset="0"/>
                  <a:ea typeface="Roboto Condensed" pitchFamily="2" charset="0"/>
                </a:rPr>
                <a:t>Mayores ingresos</a:t>
              </a:r>
            </a:p>
          </p:txBody>
        </p:sp>
        <p:sp>
          <p:nvSpPr>
            <p:cNvPr id="81" name="CuadroTexto 80">
              <a:extLst>
                <a:ext uri="{FF2B5EF4-FFF2-40B4-BE49-F238E27FC236}">
                  <a16:creationId xmlns:a16="http://schemas.microsoft.com/office/drawing/2014/main" id="{EB808D82-FDB8-3BEF-CA55-6F73EF48CEF0}"/>
                </a:ext>
              </a:extLst>
            </p:cNvPr>
            <p:cNvSpPr txBox="1"/>
            <p:nvPr/>
          </p:nvSpPr>
          <p:spPr>
            <a:xfrm>
              <a:off x="8336384" y="4846705"/>
              <a:ext cx="12559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1400" b="1" dirty="0">
                  <a:latin typeface="Roboto Condensed" pitchFamily="2" charset="0"/>
                  <a:ea typeface="Roboto Condensed" pitchFamily="2" charset="0"/>
                </a:rPr>
                <a:t>Menor marginación</a:t>
              </a:r>
            </a:p>
          </p:txBody>
        </p:sp>
        <p:sp>
          <p:nvSpPr>
            <p:cNvPr id="82" name="CuadroTexto 81">
              <a:extLst>
                <a:ext uri="{FF2B5EF4-FFF2-40B4-BE49-F238E27FC236}">
                  <a16:creationId xmlns:a16="http://schemas.microsoft.com/office/drawing/2014/main" id="{9CC78804-9D41-F7A2-7D26-0D52243A5C05}"/>
                </a:ext>
              </a:extLst>
            </p:cNvPr>
            <p:cNvSpPr txBox="1"/>
            <p:nvPr/>
          </p:nvSpPr>
          <p:spPr>
            <a:xfrm>
              <a:off x="6183566" y="704850"/>
              <a:ext cx="1255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1400" b="1" dirty="0">
                  <a:latin typeface="Roboto Condensed" pitchFamily="2" charset="0"/>
                  <a:ea typeface="Roboto Condensed" pitchFamily="2" charset="0"/>
                </a:rPr>
                <a:t>Recreación</a:t>
              </a:r>
            </a:p>
          </p:txBody>
        </p:sp>
        <p:sp>
          <p:nvSpPr>
            <p:cNvPr id="83" name="CuadroTexto 82">
              <a:extLst>
                <a:ext uri="{FF2B5EF4-FFF2-40B4-BE49-F238E27FC236}">
                  <a16:creationId xmlns:a16="http://schemas.microsoft.com/office/drawing/2014/main" id="{24B105D2-C23E-610E-8892-70D18C7A2859}"/>
                </a:ext>
              </a:extLst>
            </p:cNvPr>
            <p:cNvSpPr txBox="1"/>
            <p:nvPr/>
          </p:nvSpPr>
          <p:spPr>
            <a:xfrm>
              <a:off x="9039197" y="2364126"/>
              <a:ext cx="12559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1400" b="1" dirty="0">
                  <a:latin typeface="Roboto Condensed" pitchFamily="2" charset="0"/>
                  <a:ea typeface="Roboto Condensed" pitchFamily="2" charset="0"/>
                </a:rPr>
                <a:t>Mejor infraestructura</a:t>
              </a:r>
            </a:p>
          </p:txBody>
        </p:sp>
        <p:sp>
          <p:nvSpPr>
            <p:cNvPr id="85" name="CuadroTexto 84">
              <a:extLst>
                <a:ext uri="{FF2B5EF4-FFF2-40B4-BE49-F238E27FC236}">
                  <a16:creationId xmlns:a16="http://schemas.microsoft.com/office/drawing/2014/main" id="{8CC0A5C8-E2EE-8D3D-6DB9-AA4071AB7300}"/>
                </a:ext>
              </a:extLst>
            </p:cNvPr>
            <p:cNvSpPr txBox="1"/>
            <p:nvPr/>
          </p:nvSpPr>
          <p:spPr>
            <a:xfrm>
              <a:off x="6774531" y="3853917"/>
              <a:ext cx="178860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1400" dirty="0">
                  <a:latin typeface="Roboto Condensed" pitchFamily="2" charset="0"/>
                  <a:ea typeface="Roboto Condensed" pitchFamily="2" charset="0"/>
                </a:rPr>
                <a:t>Utilizado para mejorar condiciones del hogar</a:t>
              </a:r>
            </a:p>
          </p:txBody>
        </p:sp>
        <p:sp>
          <p:nvSpPr>
            <p:cNvPr id="87" name="Elipse 86">
              <a:extLst>
                <a:ext uri="{FF2B5EF4-FFF2-40B4-BE49-F238E27FC236}">
                  <a16:creationId xmlns:a16="http://schemas.microsoft.com/office/drawing/2014/main" id="{54E46845-2B00-57E9-FF02-ED0235C196F8}"/>
                </a:ext>
              </a:extLst>
            </p:cNvPr>
            <p:cNvSpPr/>
            <p:nvPr/>
          </p:nvSpPr>
          <p:spPr>
            <a:xfrm>
              <a:off x="5347107" y="4391007"/>
              <a:ext cx="170756" cy="168281"/>
            </a:xfrm>
            <a:prstGeom prst="ellipse">
              <a:avLst/>
            </a:prstGeom>
            <a:solidFill>
              <a:srgbClr val="BFDCA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6" name="Elipse 85">
              <a:extLst>
                <a:ext uri="{FF2B5EF4-FFF2-40B4-BE49-F238E27FC236}">
                  <a16:creationId xmlns:a16="http://schemas.microsoft.com/office/drawing/2014/main" id="{0B635A37-760D-B402-F960-0422D9FEF654}"/>
                </a:ext>
              </a:extLst>
            </p:cNvPr>
            <p:cNvSpPr/>
            <p:nvPr/>
          </p:nvSpPr>
          <p:spPr>
            <a:xfrm>
              <a:off x="3043504" y="5803871"/>
              <a:ext cx="170756" cy="16828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8" name="Elipse 87">
              <a:extLst>
                <a:ext uri="{FF2B5EF4-FFF2-40B4-BE49-F238E27FC236}">
                  <a16:creationId xmlns:a16="http://schemas.microsoft.com/office/drawing/2014/main" id="{829A0F4B-A256-66F2-4FE4-4206F593C43D}"/>
                </a:ext>
              </a:extLst>
            </p:cNvPr>
            <p:cNvSpPr/>
            <p:nvPr/>
          </p:nvSpPr>
          <p:spPr>
            <a:xfrm>
              <a:off x="3043504" y="6106992"/>
              <a:ext cx="170756" cy="168281"/>
            </a:xfrm>
            <a:prstGeom prst="ellipse">
              <a:avLst/>
            </a:prstGeom>
            <a:solidFill>
              <a:srgbClr val="BFDCA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9" name="CuadroTexto 88">
              <a:extLst>
                <a:ext uri="{FF2B5EF4-FFF2-40B4-BE49-F238E27FC236}">
                  <a16:creationId xmlns:a16="http://schemas.microsoft.com/office/drawing/2014/main" id="{7695C5AE-C7CB-9D0D-2578-1A1E98202DAC}"/>
                </a:ext>
              </a:extLst>
            </p:cNvPr>
            <p:cNvSpPr txBox="1"/>
            <p:nvPr/>
          </p:nvSpPr>
          <p:spPr>
            <a:xfrm>
              <a:off x="3433983" y="6022715"/>
              <a:ext cx="53385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1400" dirty="0">
                  <a:latin typeface="Roboto Condensed" pitchFamily="2" charset="0"/>
                  <a:ea typeface="Roboto Condensed" pitchFamily="2" charset="0"/>
                </a:rPr>
                <a:t>Reservas de la Biosfera y Santuarios (solamente de bajo impacto). </a:t>
              </a:r>
            </a:p>
          </p:txBody>
        </p:sp>
        <p:sp>
          <p:nvSpPr>
            <p:cNvPr id="91" name="CuadroTexto 90">
              <a:extLst>
                <a:ext uri="{FF2B5EF4-FFF2-40B4-BE49-F238E27FC236}">
                  <a16:creationId xmlns:a16="http://schemas.microsoft.com/office/drawing/2014/main" id="{D9D62729-7622-043F-AC3A-90CA7742A91A}"/>
                </a:ext>
              </a:extLst>
            </p:cNvPr>
            <p:cNvSpPr txBox="1"/>
            <p:nvPr/>
          </p:nvSpPr>
          <p:spPr>
            <a:xfrm>
              <a:off x="3433983" y="5737638"/>
              <a:ext cx="34197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1400" dirty="0">
                  <a:latin typeface="Roboto Condensed" pitchFamily="2" charset="0"/>
                  <a:ea typeface="Roboto Condensed" pitchFamily="2" charset="0"/>
                </a:rPr>
                <a:t>Parques Nacionales, Monumentos Naturales</a:t>
              </a:r>
            </a:p>
          </p:txBody>
        </p:sp>
        <p:sp>
          <p:nvSpPr>
            <p:cNvPr id="92" name="CuadroTexto 91">
              <a:extLst>
                <a:ext uri="{FF2B5EF4-FFF2-40B4-BE49-F238E27FC236}">
                  <a16:creationId xmlns:a16="http://schemas.microsoft.com/office/drawing/2014/main" id="{E2A560A8-1F84-2D58-50BD-E74EC3593C61}"/>
                </a:ext>
              </a:extLst>
            </p:cNvPr>
            <p:cNvSpPr txBox="1"/>
            <p:nvPr/>
          </p:nvSpPr>
          <p:spPr>
            <a:xfrm>
              <a:off x="3435000" y="6322202"/>
              <a:ext cx="43472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1400" dirty="0">
                  <a:latin typeface="Roboto Condensed" pitchFamily="2" charset="0"/>
                  <a:ea typeface="Roboto Condensed" pitchFamily="2" charset="0"/>
                </a:rPr>
                <a:t>Áreas de protección: recursos naturales y flora y fauna.</a:t>
              </a:r>
            </a:p>
          </p:txBody>
        </p:sp>
        <p:sp>
          <p:nvSpPr>
            <p:cNvPr id="93" name="Elipse 92">
              <a:extLst>
                <a:ext uri="{FF2B5EF4-FFF2-40B4-BE49-F238E27FC236}">
                  <a16:creationId xmlns:a16="http://schemas.microsoft.com/office/drawing/2014/main" id="{FB50BB43-3708-41CC-685F-09AA12342BA8}"/>
                </a:ext>
              </a:extLst>
            </p:cNvPr>
            <p:cNvSpPr/>
            <p:nvPr/>
          </p:nvSpPr>
          <p:spPr>
            <a:xfrm>
              <a:off x="2791366" y="6377556"/>
              <a:ext cx="170756" cy="16828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4" name="Elipse 93">
              <a:extLst>
                <a:ext uri="{FF2B5EF4-FFF2-40B4-BE49-F238E27FC236}">
                  <a16:creationId xmlns:a16="http://schemas.microsoft.com/office/drawing/2014/main" id="{24BB657E-607D-5721-F2D5-7772483FCB3C}"/>
                </a:ext>
              </a:extLst>
            </p:cNvPr>
            <p:cNvSpPr/>
            <p:nvPr/>
          </p:nvSpPr>
          <p:spPr>
            <a:xfrm>
              <a:off x="3201528" y="6377556"/>
              <a:ext cx="170756" cy="168281"/>
            </a:xfrm>
            <a:prstGeom prst="ellipse">
              <a:avLst/>
            </a:prstGeom>
            <a:solidFill>
              <a:srgbClr val="BFDCA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95" name="CuadroTexto 94">
              <a:extLst>
                <a:ext uri="{FF2B5EF4-FFF2-40B4-BE49-F238E27FC236}">
                  <a16:creationId xmlns:a16="http://schemas.microsoft.com/office/drawing/2014/main" id="{4A7F40D9-476F-856F-F568-CAC9A5E8A61F}"/>
                </a:ext>
              </a:extLst>
            </p:cNvPr>
            <p:cNvSpPr txBox="1"/>
            <p:nvPr/>
          </p:nvSpPr>
          <p:spPr>
            <a:xfrm>
              <a:off x="2936055" y="6344269"/>
              <a:ext cx="2654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1400" dirty="0">
                  <a:latin typeface="Roboto Condensed" pitchFamily="2" charset="0"/>
                  <a:ea typeface="Roboto Condensed" pitchFamily="2" charset="0"/>
                </a:rPr>
                <a:t>y</a:t>
              </a:r>
            </a:p>
          </p:txBody>
        </p:sp>
        <p:sp>
          <p:nvSpPr>
            <p:cNvPr id="97" name="CuadroTexto 96">
              <a:extLst>
                <a:ext uri="{FF2B5EF4-FFF2-40B4-BE49-F238E27FC236}">
                  <a16:creationId xmlns:a16="http://schemas.microsoft.com/office/drawing/2014/main" id="{8D866E11-EE51-A16F-CEE7-E2B20C08227B}"/>
                </a:ext>
              </a:extLst>
            </p:cNvPr>
            <p:cNvSpPr txBox="1"/>
            <p:nvPr/>
          </p:nvSpPr>
          <p:spPr>
            <a:xfrm>
              <a:off x="2525485" y="5398025"/>
              <a:ext cx="43472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1400" b="1" dirty="0">
                  <a:latin typeface="Roboto Condensed" pitchFamily="2" charset="0"/>
                  <a:ea typeface="Roboto Condensed" pitchFamily="2" charset="0"/>
                </a:rPr>
                <a:t>Consideraciones</a:t>
              </a:r>
              <a:r>
                <a:rPr lang="es-MX" sz="1400" dirty="0">
                  <a:latin typeface="Roboto Condensed" pitchFamily="2" charset="0"/>
                  <a:ea typeface="Roboto Condensed" pitchFamily="2" charset="0"/>
                </a:rPr>
                <a:t>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0595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2915</TotalTime>
  <Words>2434</Words>
  <Application>Microsoft Office PowerPoint</Application>
  <PresentationFormat>Panorámica</PresentationFormat>
  <Paragraphs>260</Paragraphs>
  <Slides>31</Slides>
  <Notes>2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42" baseType="lpstr">
      <vt:lpstr>Arial</vt:lpstr>
      <vt:lpstr>Calibri</vt:lpstr>
      <vt:lpstr>Calibri Light</vt:lpstr>
      <vt:lpstr>Helvetica</vt:lpstr>
      <vt:lpstr>Lora</vt:lpstr>
      <vt:lpstr>Roboto Condensed</vt:lpstr>
      <vt:lpstr>Rockwell Nova</vt:lpstr>
      <vt:lpstr>Times</vt:lpstr>
      <vt:lpstr>Times New Roman</vt:lpstr>
      <vt:lpstr>Office Theme</vt:lpstr>
      <vt:lpstr>Hoja de cálculo de Microsoft Excel</vt:lpstr>
      <vt:lpstr>Presentación de PowerPoint</vt:lpstr>
      <vt:lpstr>Hoja de ruta</vt:lpstr>
      <vt:lpstr>Ejemplo de caso: Parque Nacional Cabo Pulmo</vt:lpstr>
      <vt:lpstr>Pregunta de investigación e hipótesis</vt:lpstr>
      <vt:lpstr>Objetivos</vt:lpstr>
      <vt:lpstr>Panorama: Áreas Naturales Protegidas</vt:lpstr>
      <vt:lpstr>Panorama: Categorías </vt:lpstr>
      <vt:lpstr>Evaluación de impacto</vt:lpstr>
      <vt:lpstr>Presentación de PowerPoint</vt:lpstr>
      <vt:lpstr>Características de los municipios</vt:lpstr>
      <vt:lpstr>Ejemplo visual: Cabo Pulmo </vt:lpstr>
      <vt:lpstr>Emparejamiento mediante PSM</vt:lpstr>
      <vt:lpstr>Supuestos del modelo</vt:lpstr>
      <vt:lpstr>Presentación de PowerPoint</vt:lpstr>
      <vt:lpstr>Características de las ANPs</vt:lpstr>
      <vt:lpstr>Presentación de PowerPoint</vt:lpstr>
      <vt:lpstr>Presentación de PowerPoint</vt:lpstr>
      <vt:lpstr>Discusión: La desigualdad en la distribución de los costos de Áreas Protegidas</vt:lpstr>
      <vt:lpstr>¿Qué sigue?</vt:lpstr>
      <vt:lpstr>Dos mensajes de cierre…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Ocampo Palacios</dc:creator>
  <cp:lastModifiedBy>Sebastian Ocampo Palacios</cp:lastModifiedBy>
  <cp:revision>31</cp:revision>
  <dcterms:created xsi:type="dcterms:W3CDTF">2022-02-10T08:15:18Z</dcterms:created>
  <dcterms:modified xsi:type="dcterms:W3CDTF">2022-09-21T06:03:17Z</dcterms:modified>
</cp:coreProperties>
</file>